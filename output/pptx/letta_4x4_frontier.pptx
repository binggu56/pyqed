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dda2972f6440fb" /><Relationship Type="http://schemas.openxmlformats.org/officeDocument/2006/relationships/extended-properties" Target="/docProps/app.xml" Id="R6938f3e1863040f1" /><Relationship Type="http://schemas.openxmlformats.org/officeDocument/2006/relationships/officeDocument" Target="/ppt/presentation.xml" Id="Re0d0ce5c9b1d46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13168da63f2418b"/>
  </p:sldMasterIdLst>
  <p:notesMasterIdLst>
    <p:notesMasterId xmlns:r="http://schemas.openxmlformats.org/officeDocument/2006/relationships" r:id="Rbd9349255bf84035"/>
  </p:notesMasterIdLst>
  <p:sldIdLst>
    <p:sldId xmlns:r="http://schemas.openxmlformats.org/officeDocument/2006/relationships" id="256" r:id="R34fa6ebce4c44da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a1b4d5fbc384fb3" /><Relationship Type="http://schemas.openxmlformats.org/officeDocument/2006/relationships/slideMaster" Target="/ppt/slideMasters/slideMaster1.xml" Id="R413168da63f2418b" /><Relationship Type="http://schemas.openxmlformats.org/officeDocument/2006/relationships/notesMaster" Target="/ppt/notesMasters/notesMaster1.xml" Id="Rbd9349255bf84035" /><Relationship Type="http://schemas.openxmlformats.org/officeDocument/2006/relationships/presProps" Target="/ppt/presProps.xml" Id="Rcd16e3a39c114d3d" /><Relationship Type="http://schemas.openxmlformats.org/officeDocument/2006/relationships/tableStyles" Target="/ppt/tableStyles.xml" Id="R1d9782c711b24098" /><Relationship Type="http://schemas.openxmlformats.org/officeDocument/2006/relationships/slide" Target="/ppt/slides/slide1.xml" Id="R34fa6ebce4c44d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c45aa5c05dc4b4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e30d7bcb9e445d" /><Relationship Type="http://schemas.openxmlformats.org/officeDocument/2006/relationships/notesMaster" Target="/ppt/notesMasters/notesMaster1.xml" Id="R53141f0479eb41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None. Original frontier LETTA diagram derived from the project figure.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6bb7b7b2db49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1b507972ac04fd5" /><Relationship Type="http://schemas.openxmlformats.org/officeDocument/2006/relationships/slideLayout" Target="/ppt/slideLayouts/slideLayout1.xml" Id="Rac538d3e989143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c538d3e989143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eee5bb408d4e93" /><Relationship Type="http://schemas.openxmlformats.org/officeDocument/2006/relationships/notesSlide" Target="/ppt/notesSlides/notesSlide1.xml" Id="R466ebe445d3a4e4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35C1E5E-87C3-45C8-9746-7548D87DD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"/>
            <a:ext cx="1074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222222"/>
                </a:solidFill>
                <a:latin typeface="Aptos"/>
                <a:ea typeface="Aptos"/>
                <a:cs typeface="Aptos"/>
              </a:rPr>
              <a:t>Frontier LETTA contraction on a 4 × 4 lattice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D23B05B-687F-4315-A84E-CD5658156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33425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Snake backbone, tied nearest-neighbor bonds, and a moving contraction frontier</a:t>
            </a:r>
          </a:p>
        </p:txBody>
      </p:sp>
      <p:sp>
        <p:nvSpPr>
          <p:cNvPr id="3" name="frontier-band">
            <a:extLst xmlns:a="http://schemas.openxmlformats.org/drawingml/2006/main">
              <a:ext uri="{FF2B5EF4-FFF2-40B4-BE49-F238E27FC236}">
                <a16:creationId xmlns:a16="http://schemas.microsoft.com/office/drawing/2014/main" id="{E0C1CCD2-4B47-4CC4-9CB1-AEDF25C05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19475"/>
            <a:ext cx="942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e-0-1">
            <a:extLst xmlns:a="http://schemas.openxmlformats.org/drawingml/2006/main">
              <a:ext uri="{FF2B5EF4-FFF2-40B4-BE49-F238E27FC236}">
                <a16:creationId xmlns:a16="http://schemas.microsoft.com/office/drawing/2014/main" id="{2D5EC89A-BC66-436E-927A-B8FBE4821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666875"/>
            <a:ext cx="2286000" cy="71438"/>
          </a:xfrm>
          <a:custGeom xmlns:a="http://schemas.openxmlformats.org/drawingml/2006/main">
            <a:pathLst>
              <a:path w="2286000" h="71438">
                <a:moveTo>
                  <a:pt x="0" y="0"/>
                </a:moveTo>
                <a:lnTo>
                  <a:pt x="142875" y="16743"/>
                </a:lnTo>
                <a:lnTo>
                  <a:pt x="285750" y="31254"/>
                </a:lnTo>
                <a:lnTo>
                  <a:pt x="428625" y="43532"/>
                </a:lnTo>
                <a:lnTo>
                  <a:pt x="571500" y="53578"/>
                </a:lnTo>
                <a:lnTo>
                  <a:pt x="714375" y="61392"/>
                </a:lnTo>
                <a:lnTo>
                  <a:pt x="857250" y="66973"/>
                </a:lnTo>
                <a:lnTo>
                  <a:pt x="1000125" y="70321"/>
                </a:lnTo>
                <a:lnTo>
                  <a:pt x="1143000" y="71438"/>
                </a:lnTo>
                <a:lnTo>
                  <a:pt x="1285875" y="70321"/>
                </a:lnTo>
                <a:lnTo>
                  <a:pt x="1428750" y="66973"/>
                </a:lnTo>
                <a:lnTo>
                  <a:pt x="1571625" y="61392"/>
                </a:lnTo>
                <a:lnTo>
                  <a:pt x="1714500" y="53578"/>
                </a:lnTo>
                <a:lnTo>
                  <a:pt x="1857375" y="43532"/>
                </a:lnTo>
                <a:lnTo>
                  <a:pt x="2000250" y="31254"/>
                </a:lnTo>
                <a:lnTo>
                  <a:pt x="2143125" y="16743"/>
                </a:lnTo>
                <a:lnTo>
                  <a:pt x="2286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072B2"/>
            </a:solidFill>
            <a:prstDash val="dash"/>
          </a:ln>
        </p:spPr>
      </p:sp>
      <p:sp>
        <p:nvSpPr>
          <p:cNvPr id="5" name="tie-1-2">
            <a:extLst xmlns:a="http://schemas.openxmlformats.org/drawingml/2006/main">
              <a:ext uri="{FF2B5EF4-FFF2-40B4-BE49-F238E27FC236}">
                <a16:creationId xmlns:a16="http://schemas.microsoft.com/office/drawing/2014/main" id="{77809436-DE8F-41DE-A979-774D4338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66875"/>
            <a:ext cx="2286000" cy="71438"/>
          </a:xfrm>
          <a:custGeom xmlns:a="http://schemas.openxmlformats.org/drawingml/2006/main">
            <a:pathLst>
              <a:path w="2286000" h="71438">
                <a:moveTo>
                  <a:pt x="0" y="0"/>
                </a:moveTo>
                <a:lnTo>
                  <a:pt x="142875" y="16743"/>
                </a:lnTo>
                <a:lnTo>
                  <a:pt x="285750" y="31254"/>
                </a:lnTo>
                <a:lnTo>
                  <a:pt x="428625" y="43532"/>
                </a:lnTo>
                <a:lnTo>
                  <a:pt x="571500" y="53578"/>
                </a:lnTo>
                <a:lnTo>
                  <a:pt x="714375" y="61392"/>
                </a:lnTo>
                <a:lnTo>
                  <a:pt x="857250" y="66973"/>
                </a:lnTo>
                <a:lnTo>
                  <a:pt x="1000125" y="70321"/>
                </a:lnTo>
                <a:lnTo>
                  <a:pt x="1143000" y="71438"/>
                </a:lnTo>
                <a:lnTo>
                  <a:pt x="1285875" y="70321"/>
                </a:lnTo>
                <a:lnTo>
                  <a:pt x="1428750" y="66973"/>
                </a:lnTo>
                <a:lnTo>
                  <a:pt x="1571625" y="61392"/>
                </a:lnTo>
                <a:lnTo>
                  <a:pt x="1714500" y="53578"/>
                </a:lnTo>
                <a:lnTo>
                  <a:pt x="1857375" y="43532"/>
                </a:lnTo>
                <a:lnTo>
                  <a:pt x="2000250" y="31254"/>
                </a:lnTo>
                <a:lnTo>
                  <a:pt x="2143125" y="16743"/>
                </a:lnTo>
                <a:lnTo>
                  <a:pt x="2286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072B2"/>
            </a:solidFill>
            <a:prstDash val="dash"/>
          </a:ln>
        </p:spPr>
      </p:sp>
      <p:sp>
        <p:nvSpPr>
          <p:cNvPr id="6" name="tie-2-3">
            <a:extLst xmlns:a="http://schemas.openxmlformats.org/drawingml/2006/main">
              <a:ext uri="{FF2B5EF4-FFF2-40B4-BE49-F238E27FC236}">
                <a16:creationId xmlns:a16="http://schemas.microsoft.com/office/drawing/2014/main" id="{53FAFC15-9F41-4A92-8046-A41942E62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66875"/>
            <a:ext cx="2286000" cy="71438"/>
          </a:xfrm>
          <a:custGeom xmlns:a="http://schemas.openxmlformats.org/drawingml/2006/main">
            <a:pathLst>
              <a:path w="2286000" h="71438">
                <a:moveTo>
                  <a:pt x="0" y="0"/>
                </a:moveTo>
                <a:lnTo>
                  <a:pt x="142875" y="16743"/>
                </a:lnTo>
                <a:lnTo>
                  <a:pt x="285750" y="31254"/>
                </a:lnTo>
                <a:lnTo>
                  <a:pt x="428625" y="43532"/>
                </a:lnTo>
                <a:lnTo>
                  <a:pt x="571500" y="53578"/>
                </a:lnTo>
                <a:lnTo>
                  <a:pt x="714375" y="61392"/>
                </a:lnTo>
                <a:lnTo>
                  <a:pt x="857250" y="66973"/>
                </a:lnTo>
                <a:lnTo>
                  <a:pt x="1000125" y="70321"/>
                </a:lnTo>
                <a:lnTo>
                  <a:pt x="1143000" y="71438"/>
                </a:lnTo>
                <a:lnTo>
                  <a:pt x="1285875" y="70321"/>
                </a:lnTo>
                <a:lnTo>
                  <a:pt x="1428750" y="66973"/>
                </a:lnTo>
                <a:lnTo>
                  <a:pt x="1571625" y="61392"/>
                </a:lnTo>
                <a:lnTo>
                  <a:pt x="1714500" y="53578"/>
                </a:lnTo>
                <a:lnTo>
                  <a:pt x="1857375" y="43532"/>
                </a:lnTo>
                <a:lnTo>
                  <a:pt x="2000250" y="31254"/>
                </a:lnTo>
                <a:lnTo>
                  <a:pt x="2143125" y="16743"/>
                </a:lnTo>
                <a:lnTo>
                  <a:pt x="2286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072B2"/>
            </a:solidFill>
            <a:prstDash val="dash"/>
          </a:ln>
        </p:spPr>
      </p:sp>
      <p:sp>
        <p:nvSpPr>
          <p:cNvPr id="7" name="tie-7-6">
            <a:extLst xmlns:a="http://schemas.openxmlformats.org/drawingml/2006/main">
              <a:ext uri="{FF2B5EF4-FFF2-40B4-BE49-F238E27FC236}">
                <a16:creationId xmlns:a16="http://schemas.microsoft.com/office/drawing/2014/main" id="{E712C0E0-3959-412C-AFC5-A8426555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905125"/>
            <a:ext cx="2286000" cy="71438"/>
          </a:xfrm>
          <a:custGeom xmlns:a="http://schemas.openxmlformats.org/drawingml/2006/main">
            <a:pathLst>
              <a:path w="2286000" h="71438">
                <a:moveTo>
                  <a:pt x="0" y="0"/>
                </a:moveTo>
                <a:lnTo>
                  <a:pt x="142875" y="16743"/>
                </a:lnTo>
                <a:lnTo>
                  <a:pt x="285750" y="31254"/>
                </a:lnTo>
                <a:lnTo>
                  <a:pt x="428625" y="43532"/>
                </a:lnTo>
                <a:lnTo>
                  <a:pt x="571500" y="53578"/>
                </a:lnTo>
                <a:lnTo>
                  <a:pt x="714375" y="61392"/>
                </a:lnTo>
                <a:lnTo>
                  <a:pt x="857250" y="66973"/>
                </a:lnTo>
                <a:lnTo>
                  <a:pt x="1000125" y="70321"/>
                </a:lnTo>
                <a:lnTo>
                  <a:pt x="1143000" y="71438"/>
                </a:lnTo>
                <a:lnTo>
                  <a:pt x="1285875" y="70321"/>
                </a:lnTo>
                <a:lnTo>
                  <a:pt x="1428750" y="66973"/>
                </a:lnTo>
                <a:lnTo>
                  <a:pt x="1571625" y="61392"/>
                </a:lnTo>
                <a:lnTo>
                  <a:pt x="1714500" y="53578"/>
                </a:lnTo>
                <a:lnTo>
                  <a:pt x="1857375" y="43532"/>
                </a:lnTo>
                <a:lnTo>
                  <a:pt x="2000250" y="31254"/>
                </a:lnTo>
                <a:lnTo>
                  <a:pt x="2143125" y="16743"/>
                </a:lnTo>
                <a:lnTo>
                  <a:pt x="2286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072B2"/>
            </a:solidFill>
            <a:prstDash val="dash"/>
          </a:ln>
        </p:spPr>
      </p:sp>
      <p:sp>
        <p:nvSpPr>
          <p:cNvPr id="8" name="tie-6-5">
            <a:extLst xmlns:a="http://schemas.openxmlformats.org/drawingml/2006/main">
              <a:ext uri="{FF2B5EF4-FFF2-40B4-BE49-F238E27FC236}">
                <a16:creationId xmlns:a16="http://schemas.microsoft.com/office/drawing/2014/main" id="{BA4E0A64-E871-44E3-8F4E-511386DBF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05125"/>
            <a:ext cx="2286000" cy="71438"/>
          </a:xfrm>
          <a:custGeom xmlns:a="http://schemas.openxmlformats.org/drawingml/2006/main">
            <a:pathLst>
              <a:path w="2286000" h="71438">
                <a:moveTo>
                  <a:pt x="0" y="0"/>
                </a:moveTo>
                <a:lnTo>
                  <a:pt x="142875" y="16743"/>
                </a:lnTo>
                <a:lnTo>
                  <a:pt x="285750" y="31254"/>
                </a:lnTo>
                <a:lnTo>
                  <a:pt x="428625" y="43532"/>
                </a:lnTo>
                <a:lnTo>
                  <a:pt x="571500" y="53578"/>
                </a:lnTo>
                <a:lnTo>
                  <a:pt x="714375" y="61392"/>
                </a:lnTo>
                <a:lnTo>
                  <a:pt x="857250" y="66973"/>
                </a:lnTo>
                <a:lnTo>
                  <a:pt x="1000125" y="70321"/>
                </a:lnTo>
                <a:lnTo>
                  <a:pt x="1143000" y="71438"/>
                </a:lnTo>
                <a:lnTo>
                  <a:pt x="1285875" y="70321"/>
                </a:lnTo>
                <a:lnTo>
                  <a:pt x="1428750" y="66973"/>
                </a:lnTo>
                <a:lnTo>
                  <a:pt x="1571625" y="61392"/>
                </a:lnTo>
                <a:lnTo>
                  <a:pt x="1714500" y="53578"/>
                </a:lnTo>
                <a:lnTo>
                  <a:pt x="1857375" y="43532"/>
                </a:lnTo>
                <a:lnTo>
                  <a:pt x="2000250" y="31254"/>
                </a:lnTo>
                <a:lnTo>
                  <a:pt x="2143125" y="16743"/>
                </a:lnTo>
                <a:lnTo>
                  <a:pt x="2286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072B2"/>
            </a:solidFill>
            <a:prstDash val="dash"/>
          </a:ln>
        </p:spPr>
      </p:sp>
      <p:sp>
        <p:nvSpPr>
          <p:cNvPr id="9" name="tie-5-4">
            <a:extLst xmlns:a="http://schemas.openxmlformats.org/drawingml/2006/main">
              <a:ext uri="{FF2B5EF4-FFF2-40B4-BE49-F238E27FC236}">
                <a16:creationId xmlns:a16="http://schemas.microsoft.com/office/drawing/2014/main" id="{2CDFB936-B87D-48C5-8D6E-2491A057C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05125"/>
            <a:ext cx="2286000" cy="71438"/>
          </a:xfrm>
          <a:custGeom xmlns:a="http://schemas.openxmlformats.org/drawingml/2006/main">
            <a:pathLst>
              <a:path w="2286000" h="71438">
                <a:moveTo>
                  <a:pt x="0" y="0"/>
                </a:moveTo>
                <a:lnTo>
                  <a:pt x="142875" y="16743"/>
                </a:lnTo>
                <a:lnTo>
                  <a:pt x="285750" y="31254"/>
                </a:lnTo>
                <a:lnTo>
                  <a:pt x="428625" y="43532"/>
                </a:lnTo>
                <a:lnTo>
                  <a:pt x="571500" y="53578"/>
                </a:lnTo>
                <a:lnTo>
                  <a:pt x="714375" y="61392"/>
                </a:lnTo>
                <a:lnTo>
                  <a:pt x="857250" y="66973"/>
                </a:lnTo>
                <a:lnTo>
                  <a:pt x="1000125" y="70321"/>
                </a:lnTo>
                <a:lnTo>
                  <a:pt x="1143000" y="71438"/>
                </a:lnTo>
                <a:lnTo>
                  <a:pt x="1285875" y="70321"/>
                </a:lnTo>
                <a:lnTo>
                  <a:pt x="1428750" y="66973"/>
                </a:lnTo>
                <a:lnTo>
                  <a:pt x="1571625" y="61392"/>
                </a:lnTo>
                <a:lnTo>
                  <a:pt x="1714500" y="53578"/>
                </a:lnTo>
                <a:lnTo>
                  <a:pt x="1857375" y="43532"/>
                </a:lnTo>
                <a:lnTo>
                  <a:pt x="2000250" y="31254"/>
                </a:lnTo>
                <a:lnTo>
                  <a:pt x="2143125" y="16743"/>
                </a:lnTo>
                <a:lnTo>
                  <a:pt x="2286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072B2"/>
            </a:solidFill>
            <a:prstDash val="dash"/>
          </a:ln>
        </p:spPr>
      </p:sp>
      <p:sp>
        <p:nvSpPr>
          <p:cNvPr id="10" name="tie-8-9">
            <a:extLst xmlns:a="http://schemas.openxmlformats.org/drawingml/2006/main">
              <a:ext uri="{FF2B5EF4-FFF2-40B4-BE49-F238E27FC236}">
                <a16:creationId xmlns:a16="http://schemas.microsoft.com/office/drawing/2014/main" id="{F0173E43-512B-430B-AC7B-164F956FB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143375"/>
            <a:ext cx="2286000" cy="71438"/>
          </a:xfrm>
          <a:custGeom xmlns:a="http://schemas.openxmlformats.org/drawingml/2006/main">
            <a:pathLst>
              <a:path w="2286000" h="71438">
                <a:moveTo>
                  <a:pt x="0" y="0"/>
                </a:moveTo>
                <a:lnTo>
                  <a:pt x="142875" y="16743"/>
                </a:lnTo>
                <a:lnTo>
                  <a:pt x="285750" y="31254"/>
                </a:lnTo>
                <a:lnTo>
                  <a:pt x="428625" y="43532"/>
                </a:lnTo>
                <a:lnTo>
                  <a:pt x="571500" y="53578"/>
                </a:lnTo>
                <a:lnTo>
                  <a:pt x="714375" y="61392"/>
                </a:lnTo>
                <a:lnTo>
                  <a:pt x="857250" y="66973"/>
                </a:lnTo>
                <a:lnTo>
                  <a:pt x="1000125" y="70321"/>
                </a:lnTo>
                <a:lnTo>
                  <a:pt x="1143000" y="71438"/>
                </a:lnTo>
                <a:lnTo>
                  <a:pt x="1285875" y="70321"/>
                </a:lnTo>
                <a:lnTo>
                  <a:pt x="1428750" y="66973"/>
                </a:lnTo>
                <a:lnTo>
                  <a:pt x="1571625" y="61392"/>
                </a:lnTo>
                <a:lnTo>
                  <a:pt x="1714500" y="53578"/>
                </a:lnTo>
                <a:lnTo>
                  <a:pt x="1857375" y="43532"/>
                </a:lnTo>
                <a:lnTo>
                  <a:pt x="2000250" y="31254"/>
                </a:lnTo>
                <a:lnTo>
                  <a:pt x="2143125" y="16743"/>
                </a:lnTo>
                <a:lnTo>
                  <a:pt x="2286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072B2"/>
            </a:solidFill>
            <a:prstDash val="dash"/>
          </a:ln>
        </p:spPr>
      </p:sp>
      <p:sp>
        <p:nvSpPr>
          <p:cNvPr id="11" name="tie-9-10">
            <a:extLst xmlns:a="http://schemas.openxmlformats.org/drawingml/2006/main">
              <a:ext uri="{FF2B5EF4-FFF2-40B4-BE49-F238E27FC236}">
                <a16:creationId xmlns:a16="http://schemas.microsoft.com/office/drawing/2014/main" id="{182C0B22-AB0C-427A-A3D7-8CD532FA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143375"/>
            <a:ext cx="2286000" cy="71438"/>
          </a:xfrm>
          <a:custGeom xmlns:a="http://schemas.openxmlformats.org/drawingml/2006/main">
            <a:pathLst>
              <a:path w="2286000" h="71438">
                <a:moveTo>
                  <a:pt x="0" y="0"/>
                </a:moveTo>
                <a:lnTo>
                  <a:pt x="142875" y="16743"/>
                </a:lnTo>
                <a:lnTo>
                  <a:pt x="285750" y="31254"/>
                </a:lnTo>
                <a:lnTo>
                  <a:pt x="428625" y="43532"/>
                </a:lnTo>
                <a:lnTo>
                  <a:pt x="571500" y="53578"/>
                </a:lnTo>
                <a:lnTo>
                  <a:pt x="714375" y="61392"/>
                </a:lnTo>
                <a:lnTo>
                  <a:pt x="857250" y="66973"/>
                </a:lnTo>
                <a:lnTo>
                  <a:pt x="1000125" y="70321"/>
                </a:lnTo>
                <a:lnTo>
                  <a:pt x="1143000" y="71438"/>
                </a:lnTo>
                <a:lnTo>
                  <a:pt x="1285875" y="70321"/>
                </a:lnTo>
                <a:lnTo>
                  <a:pt x="1428750" y="66973"/>
                </a:lnTo>
                <a:lnTo>
                  <a:pt x="1571625" y="61392"/>
                </a:lnTo>
                <a:lnTo>
                  <a:pt x="1714500" y="53578"/>
                </a:lnTo>
                <a:lnTo>
                  <a:pt x="1857375" y="43532"/>
                </a:lnTo>
                <a:lnTo>
                  <a:pt x="2000250" y="31254"/>
                </a:lnTo>
                <a:lnTo>
                  <a:pt x="2143125" y="16743"/>
                </a:lnTo>
                <a:lnTo>
                  <a:pt x="2286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072B2"/>
            </a:solidFill>
            <a:prstDash val="dash"/>
          </a:ln>
        </p:spPr>
      </p:sp>
      <p:sp>
        <p:nvSpPr>
          <p:cNvPr id="12" name="tie-10-11">
            <a:extLst xmlns:a="http://schemas.openxmlformats.org/drawingml/2006/main">
              <a:ext uri="{FF2B5EF4-FFF2-40B4-BE49-F238E27FC236}">
                <a16:creationId xmlns:a16="http://schemas.microsoft.com/office/drawing/2014/main" id="{ECCFE71E-9186-4D31-A500-7E255CB82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43375"/>
            <a:ext cx="2286000" cy="71438"/>
          </a:xfrm>
          <a:custGeom xmlns:a="http://schemas.openxmlformats.org/drawingml/2006/main">
            <a:pathLst>
              <a:path w="2286000" h="71438">
                <a:moveTo>
                  <a:pt x="0" y="0"/>
                </a:moveTo>
                <a:lnTo>
                  <a:pt x="142875" y="16743"/>
                </a:lnTo>
                <a:lnTo>
                  <a:pt x="285750" y="31254"/>
                </a:lnTo>
                <a:lnTo>
                  <a:pt x="428625" y="43532"/>
                </a:lnTo>
                <a:lnTo>
                  <a:pt x="571500" y="53578"/>
                </a:lnTo>
                <a:lnTo>
                  <a:pt x="714375" y="61392"/>
                </a:lnTo>
                <a:lnTo>
                  <a:pt x="857250" y="66973"/>
                </a:lnTo>
                <a:lnTo>
                  <a:pt x="1000125" y="70321"/>
                </a:lnTo>
                <a:lnTo>
                  <a:pt x="1143000" y="71438"/>
                </a:lnTo>
                <a:lnTo>
                  <a:pt x="1285875" y="70321"/>
                </a:lnTo>
                <a:lnTo>
                  <a:pt x="1428750" y="66973"/>
                </a:lnTo>
                <a:lnTo>
                  <a:pt x="1571625" y="61392"/>
                </a:lnTo>
                <a:lnTo>
                  <a:pt x="1714500" y="53578"/>
                </a:lnTo>
                <a:lnTo>
                  <a:pt x="1857375" y="43532"/>
                </a:lnTo>
                <a:lnTo>
                  <a:pt x="2000250" y="31254"/>
                </a:lnTo>
                <a:lnTo>
                  <a:pt x="2143125" y="16743"/>
                </a:lnTo>
                <a:lnTo>
                  <a:pt x="2286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072B2"/>
            </a:solidFill>
            <a:prstDash val="dash"/>
          </a:ln>
        </p:spPr>
      </p:sp>
      <p:sp>
        <p:nvSpPr>
          <p:cNvPr id="13" name="tie-15-14">
            <a:extLst xmlns:a="http://schemas.openxmlformats.org/drawingml/2006/main">
              <a:ext uri="{FF2B5EF4-FFF2-40B4-BE49-F238E27FC236}">
                <a16:creationId xmlns:a16="http://schemas.microsoft.com/office/drawing/2014/main" id="{190B25EE-A62C-4324-BE7F-E581C58C5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381625"/>
            <a:ext cx="2286000" cy="71438"/>
          </a:xfrm>
          <a:custGeom xmlns:a="http://schemas.openxmlformats.org/drawingml/2006/main">
            <a:pathLst>
              <a:path w="2286000" h="71438">
                <a:moveTo>
                  <a:pt x="0" y="0"/>
                </a:moveTo>
                <a:lnTo>
                  <a:pt x="142875" y="16743"/>
                </a:lnTo>
                <a:lnTo>
                  <a:pt x="285750" y="31254"/>
                </a:lnTo>
                <a:lnTo>
                  <a:pt x="428625" y="43532"/>
                </a:lnTo>
                <a:lnTo>
                  <a:pt x="571500" y="53578"/>
                </a:lnTo>
                <a:lnTo>
                  <a:pt x="714375" y="61392"/>
                </a:lnTo>
                <a:lnTo>
                  <a:pt x="857250" y="66973"/>
                </a:lnTo>
                <a:lnTo>
                  <a:pt x="1000125" y="70321"/>
                </a:lnTo>
                <a:lnTo>
                  <a:pt x="1143000" y="71438"/>
                </a:lnTo>
                <a:lnTo>
                  <a:pt x="1285875" y="70321"/>
                </a:lnTo>
                <a:lnTo>
                  <a:pt x="1428750" y="66973"/>
                </a:lnTo>
                <a:lnTo>
                  <a:pt x="1571625" y="61392"/>
                </a:lnTo>
                <a:lnTo>
                  <a:pt x="1714500" y="53578"/>
                </a:lnTo>
                <a:lnTo>
                  <a:pt x="1857375" y="43532"/>
                </a:lnTo>
                <a:lnTo>
                  <a:pt x="2000250" y="31254"/>
                </a:lnTo>
                <a:lnTo>
                  <a:pt x="2143125" y="16743"/>
                </a:lnTo>
                <a:lnTo>
                  <a:pt x="2286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072B2"/>
            </a:solidFill>
            <a:prstDash val="dash"/>
          </a:ln>
        </p:spPr>
      </p:sp>
      <p:sp>
        <p:nvSpPr>
          <p:cNvPr id="14" name="tie-14-13">
            <a:extLst xmlns:a="http://schemas.openxmlformats.org/drawingml/2006/main">
              <a:ext uri="{FF2B5EF4-FFF2-40B4-BE49-F238E27FC236}">
                <a16:creationId xmlns:a16="http://schemas.microsoft.com/office/drawing/2014/main" id="{F7DA9CA6-BB99-470B-AF23-6C471C2F6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381625"/>
            <a:ext cx="2286000" cy="71438"/>
          </a:xfrm>
          <a:custGeom xmlns:a="http://schemas.openxmlformats.org/drawingml/2006/main">
            <a:pathLst>
              <a:path w="2286000" h="71438">
                <a:moveTo>
                  <a:pt x="0" y="0"/>
                </a:moveTo>
                <a:lnTo>
                  <a:pt x="142875" y="16743"/>
                </a:lnTo>
                <a:lnTo>
                  <a:pt x="285750" y="31254"/>
                </a:lnTo>
                <a:lnTo>
                  <a:pt x="428625" y="43532"/>
                </a:lnTo>
                <a:lnTo>
                  <a:pt x="571500" y="53578"/>
                </a:lnTo>
                <a:lnTo>
                  <a:pt x="714375" y="61392"/>
                </a:lnTo>
                <a:lnTo>
                  <a:pt x="857250" y="66973"/>
                </a:lnTo>
                <a:lnTo>
                  <a:pt x="1000125" y="70321"/>
                </a:lnTo>
                <a:lnTo>
                  <a:pt x="1143000" y="71438"/>
                </a:lnTo>
                <a:lnTo>
                  <a:pt x="1285875" y="70321"/>
                </a:lnTo>
                <a:lnTo>
                  <a:pt x="1428750" y="66973"/>
                </a:lnTo>
                <a:lnTo>
                  <a:pt x="1571625" y="61392"/>
                </a:lnTo>
                <a:lnTo>
                  <a:pt x="1714500" y="53578"/>
                </a:lnTo>
                <a:lnTo>
                  <a:pt x="1857375" y="43532"/>
                </a:lnTo>
                <a:lnTo>
                  <a:pt x="2000250" y="31254"/>
                </a:lnTo>
                <a:lnTo>
                  <a:pt x="2143125" y="16743"/>
                </a:lnTo>
                <a:lnTo>
                  <a:pt x="2286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072B2"/>
            </a:solidFill>
            <a:prstDash val="dash"/>
          </a:ln>
        </p:spPr>
      </p:sp>
      <p:sp>
        <p:nvSpPr>
          <p:cNvPr id="15" name="tie-13-12">
            <a:extLst xmlns:a="http://schemas.openxmlformats.org/drawingml/2006/main">
              <a:ext uri="{FF2B5EF4-FFF2-40B4-BE49-F238E27FC236}">
                <a16:creationId xmlns:a16="http://schemas.microsoft.com/office/drawing/2014/main" id="{F7299ED0-3C6C-451E-8EF8-6289A3248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381625"/>
            <a:ext cx="2286000" cy="71438"/>
          </a:xfrm>
          <a:custGeom xmlns:a="http://schemas.openxmlformats.org/drawingml/2006/main">
            <a:pathLst>
              <a:path w="2286000" h="71438">
                <a:moveTo>
                  <a:pt x="0" y="0"/>
                </a:moveTo>
                <a:lnTo>
                  <a:pt x="142875" y="16743"/>
                </a:lnTo>
                <a:lnTo>
                  <a:pt x="285750" y="31254"/>
                </a:lnTo>
                <a:lnTo>
                  <a:pt x="428625" y="43532"/>
                </a:lnTo>
                <a:lnTo>
                  <a:pt x="571500" y="53578"/>
                </a:lnTo>
                <a:lnTo>
                  <a:pt x="714375" y="61392"/>
                </a:lnTo>
                <a:lnTo>
                  <a:pt x="857250" y="66973"/>
                </a:lnTo>
                <a:lnTo>
                  <a:pt x="1000125" y="70321"/>
                </a:lnTo>
                <a:lnTo>
                  <a:pt x="1143000" y="71438"/>
                </a:lnTo>
                <a:lnTo>
                  <a:pt x="1285875" y="70321"/>
                </a:lnTo>
                <a:lnTo>
                  <a:pt x="1428750" y="66973"/>
                </a:lnTo>
                <a:lnTo>
                  <a:pt x="1571625" y="61392"/>
                </a:lnTo>
                <a:lnTo>
                  <a:pt x="1714500" y="53578"/>
                </a:lnTo>
                <a:lnTo>
                  <a:pt x="1857375" y="43532"/>
                </a:lnTo>
                <a:lnTo>
                  <a:pt x="2000250" y="31254"/>
                </a:lnTo>
                <a:lnTo>
                  <a:pt x="2143125" y="16743"/>
                </a:lnTo>
                <a:lnTo>
                  <a:pt x="2286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072B2"/>
            </a:solidFill>
            <a:prstDash val="dash"/>
          </a:ln>
        </p:spPr>
      </p:sp>
      <p:sp>
        <p:nvSpPr>
          <p:cNvPr id="16" name="tie-0-7">
            <a:extLst xmlns:a="http://schemas.openxmlformats.org/drawingml/2006/main">
              <a:ext uri="{FF2B5EF4-FFF2-40B4-BE49-F238E27FC236}">
                <a16:creationId xmlns:a16="http://schemas.microsoft.com/office/drawing/2014/main" id="{2482FCEF-B1FF-45DB-8EC4-BD722B31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666875"/>
            <a:ext cx="85725" cy="1238250"/>
          </a:xfrm>
          <a:custGeom xmlns:a="http://schemas.openxmlformats.org/drawingml/2006/main">
            <a:pathLst>
              <a:path w="85725" h="1238250">
                <a:moveTo>
                  <a:pt x="85725" y="0"/>
                </a:moveTo>
                <a:lnTo>
                  <a:pt x="65633" y="77391"/>
                </a:lnTo>
                <a:lnTo>
                  <a:pt x="48220" y="154781"/>
                </a:lnTo>
                <a:lnTo>
                  <a:pt x="33486" y="232172"/>
                </a:lnTo>
                <a:lnTo>
                  <a:pt x="21431" y="309563"/>
                </a:lnTo>
                <a:lnTo>
                  <a:pt x="12055" y="386953"/>
                </a:lnTo>
                <a:lnTo>
                  <a:pt x="5358" y="464344"/>
                </a:lnTo>
                <a:lnTo>
                  <a:pt x="1339" y="541734"/>
                </a:lnTo>
                <a:lnTo>
                  <a:pt x="0" y="619125"/>
                </a:lnTo>
                <a:lnTo>
                  <a:pt x="1339" y="696516"/>
                </a:lnTo>
                <a:lnTo>
                  <a:pt x="5358" y="773906"/>
                </a:lnTo>
                <a:lnTo>
                  <a:pt x="12055" y="851297"/>
                </a:lnTo>
                <a:lnTo>
                  <a:pt x="21431" y="928688"/>
                </a:lnTo>
                <a:lnTo>
                  <a:pt x="33486" y="1006078"/>
                </a:lnTo>
                <a:lnTo>
                  <a:pt x="48220" y="1083469"/>
                </a:lnTo>
                <a:lnTo>
                  <a:pt x="65633" y="1160859"/>
                </a:lnTo>
                <a:lnTo>
                  <a:pt x="85725" y="123825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072B2"/>
            </a:solidFill>
            <a:prstDash val="dash"/>
          </a:ln>
        </p:spPr>
      </p:sp>
      <p:sp>
        <p:nvSpPr>
          <p:cNvPr id="17" name="tie-1-6">
            <a:extLst xmlns:a="http://schemas.openxmlformats.org/drawingml/2006/main">
              <a:ext uri="{FF2B5EF4-FFF2-40B4-BE49-F238E27FC236}">
                <a16:creationId xmlns:a16="http://schemas.microsoft.com/office/drawing/2014/main" id="{1D8E2925-39AA-48B5-8DDF-400C6C337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666875"/>
            <a:ext cx="85725" cy="1238250"/>
          </a:xfrm>
          <a:custGeom xmlns:a="http://schemas.openxmlformats.org/drawingml/2006/main">
            <a:pathLst>
              <a:path w="85725" h="1238250">
                <a:moveTo>
                  <a:pt x="85725" y="0"/>
                </a:moveTo>
                <a:lnTo>
                  <a:pt x="65633" y="77391"/>
                </a:lnTo>
                <a:lnTo>
                  <a:pt x="48220" y="154781"/>
                </a:lnTo>
                <a:lnTo>
                  <a:pt x="33486" y="232172"/>
                </a:lnTo>
                <a:lnTo>
                  <a:pt x="21431" y="309563"/>
                </a:lnTo>
                <a:lnTo>
                  <a:pt x="12055" y="386953"/>
                </a:lnTo>
                <a:lnTo>
                  <a:pt x="5358" y="464344"/>
                </a:lnTo>
                <a:lnTo>
                  <a:pt x="1339" y="541734"/>
                </a:lnTo>
                <a:lnTo>
                  <a:pt x="0" y="619125"/>
                </a:lnTo>
                <a:lnTo>
                  <a:pt x="1339" y="696516"/>
                </a:lnTo>
                <a:lnTo>
                  <a:pt x="5358" y="773906"/>
                </a:lnTo>
                <a:lnTo>
                  <a:pt x="12055" y="851297"/>
                </a:lnTo>
                <a:lnTo>
                  <a:pt x="21431" y="928688"/>
                </a:lnTo>
                <a:lnTo>
                  <a:pt x="33486" y="1006078"/>
                </a:lnTo>
                <a:lnTo>
                  <a:pt x="48220" y="1083469"/>
                </a:lnTo>
                <a:lnTo>
                  <a:pt x="65633" y="1160859"/>
                </a:lnTo>
                <a:lnTo>
                  <a:pt x="85725" y="123825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072B2"/>
            </a:solidFill>
            <a:prstDash val="dash"/>
          </a:ln>
        </p:spPr>
      </p:sp>
      <p:sp>
        <p:nvSpPr>
          <p:cNvPr id="18" name="tie-2-5">
            <a:extLst xmlns:a="http://schemas.openxmlformats.org/drawingml/2006/main">
              <a:ext uri="{FF2B5EF4-FFF2-40B4-BE49-F238E27FC236}">
                <a16:creationId xmlns:a16="http://schemas.microsoft.com/office/drawing/2014/main" id="{0F7753CE-9FFA-4994-A04C-C015AE7C4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66875"/>
            <a:ext cx="85725" cy="1238250"/>
          </a:xfrm>
          <a:custGeom xmlns:a="http://schemas.openxmlformats.org/drawingml/2006/main">
            <a:pathLst>
              <a:path w="85725" h="1238250">
                <a:moveTo>
                  <a:pt x="85725" y="0"/>
                </a:moveTo>
                <a:lnTo>
                  <a:pt x="65633" y="77391"/>
                </a:lnTo>
                <a:lnTo>
                  <a:pt x="48220" y="154781"/>
                </a:lnTo>
                <a:lnTo>
                  <a:pt x="33486" y="232172"/>
                </a:lnTo>
                <a:lnTo>
                  <a:pt x="21431" y="309563"/>
                </a:lnTo>
                <a:lnTo>
                  <a:pt x="12055" y="386953"/>
                </a:lnTo>
                <a:lnTo>
                  <a:pt x="5358" y="464344"/>
                </a:lnTo>
                <a:lnTo>
                  <a:pt x="1339" y="541734"/>
                </a:lnTo>
                <a:lnTo>
                  <a:pt x="0" y="619125"/>
                </a:lnTo>
                <a:lnTo>
                  <a:pt x="1339" y="696516"/>
                </a:lnTo>
                <a:lnTo>
                  <a:pt x="5358" y="773906"/>
                </a:lnTo>
                <a:lnTo>
                  <a:pt x="12055" y="851297"/>
                </a:lnTo>
                <a:lnTo>
                  <a:pt x="21431" y="928688"/>
                </a:lnTo>
                <a:lnTo>
                  <a:pt x="33486" y="1006078"/>
                </a:lnTo>
                <a:lnTo>
                  <a:pt x="48220" y="1083469"/>
                </a:lnTo>
                <a:lnTo>
                  <a:pt x="65633" y="1160859"/>
                </a:lnTo>
                <a:lnTo>
                  <a:pt x="85725" y="123825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072B2"/>
            </a:solidFill>
            <a:prstDash val="dash"/>
          </a:ln>
        </p:spPr>
      </p:sp>
      <p:sp>
        <p:nvSpPr>
          <p:cNvPr id="19" name="tie-3-4">
            <a:extLst xmlns:a="http://schemas.openxmlformats.org/drawingml/2006/main">
              <a:ext uri="{FF2B5EF4-FFF2-40B4-BE49-F238E27FC236}">
                <a16:creationId xmlns:a16="http://schemas.microsoft.com/office/drawing/2014/main" id="{F2B98B11-11FD-4CB1-AD7D-84A20BAB0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666875"/>
            <a:ext cx="85725" cy="1238250"/>
          </a:xfrm>
          <a:custGeom xmlns:a="http://schemas.openxmlformats.org/drawingml/2006/main">
            <a:pathLst>
              <a:path w="85725" h="1238250">
                <a:moveTo>
                  <a:pt x="85725" y="0"/>
                </a:moveTo>
                <a:lnTo>
                  <a:pt x="65633" y="77391"/>
                </a:lnTo>
                <a:lnTo>
                  <a:pt x="48220" y="154781"/>
                </a:lnTo>
                <a:lnTo>
                  <a:pt x="33486" y="232172"/>
                </a:lnTo>
                <a:lnTo>
                  <a:pt x="21431" y="309563"/>
                </a:lnTo>
                <a:lnTo>
                  <a:pt x="12055" y="386953"/>
                </a:lnTo>
                <a:lnTo>
                  <a:pt x="5358" y="464344"/>
                </a:lnTo>
                <a:lnTo>
                  <a:pt x="1339" y="541734"/>
                </a:lnTo>
                <a:lnTo>
                  <a:pt x="0" y="619125"/>
                </a:lnTo>
                <a:lnTo>
                  <a:pt x="1339" y="696516"/>
                </a:lnTo>
                <a:lnTo>
                  <a:pt x="5358" y="773906"/>
                </a:lnTo>
                <a:lnTo>
                  <a:pt x="12055" y="851297"/>
                </a:lnTo>
                <a:lnTo>
                  <a:pt x="21431" y="928688"/>
                </a:lnTo>
                <a:lnTo>
                  <a:pt x="33486" y="1006078"/>
                </a:lnTo>
                <a:lnTo>
                  <a:pt x="48220" y="1083469"/>
                </a:lnTo>
                <a:lnTo>
                  <a:pt x="65633" y="1160859"/>
                </a:lnTo>
                <a:lnTo>
                  <a:pt x="85725" y="123825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072B2"/>
            </a:solidFill>
            <a:prstDash val="dash"/>
          </a:ln>
        </p:spPr>
      </p:sp>
      <p:sp>
        <p:nvSpPr>
          <p:cNvPr id="20" name="tie-7-8">
            <a:extLst xmlns:a="http://schemas.openxmlformats.org/drawingml/2006/main">
              <a:ext uri="{FF2B5EF4-FFF2-40B4-BE49-F238E27FC236}">
                <a16:creationId xmlns:a16="http://schemas.microsoft.com/office/drawing/2014/main" id="{A665D3B5-B284-4B53-AC65-7AF7D3BDB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905125"/>
            <a:ext cx="85725" cy="1238250"/>
          </a:xfrm>
          <a:custGeom xmlns:a="http://schemas.openxmlformats.org/drawingml/2006/main">
            <a:pathLst>
              <a:path w="85725" h="1238250">
                <a:moveTo>
                  <a:pt x="85725" y="0"/>
                </a:moveTo>
                <a:lnTo>
                  <a:pt x="65633" y="77391"/>
                </a:lnTo>
                <a:lnTo>
                  <a:pt x="48220" y="154781"/>
                </a:lnTo>
                <a:lnTo>
                  <a:pt x="33486" y="232172"/>
                </a:lnTo>
                <a:lnTo>
                  <a:pt x="21431" y="309563"/>
                </a:lnTo>
                <a:lnTo>
                  <a:pt x="12055" y="386953"/>
                </a:lnTo>
                <a:lnTo>
                  <a:pt x="5358" y="464344"/>
                </a:lnTo>
                <a:lnTo>
                  <a:pt x="1339" y="541734"/>
                </a:lnTo>
                <a:lnTo>
                  <a:pt x="0" y="619125"/>
                </a:lnTo>
                <a:lnTo>
                  <a:pt x="1339" y="696516"/>
                </a:lnTo>
                <a:lnTo>
                  <a:pt x="5358" y="773906"/>
                </a:lnTo>
                <a:lnTo>
                  <a:pt x="12055" y="851297"/>
                </a:lnTo>
                <a:lnTo>
                  <a:pt x="21431" y="928688"/>
                </a:lnTo>
                <a:lnTo>
                  <a:pt x="33486" y="1006078"/>
                </a:lnTo>
                <a:lnTo>
                  <a:pt x="48220" y="1083469"/>
                </a:lnTo>
                <a:lnTo>
                  <a:pt x="65633" y="1160859"/>
                </a:lnTo>
                <a:lnTo>
                  <a:pt x="85725" y="123825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072B2"/>
            </a:solidFill>
            <a:prstDash val="dash"/>
          </a:ln>
        </p:spPr>
      </p:sp>
      <p:sp>
        <p:nvSpPr>
          <p:cNvPr id="21" name="tie-6-9">
            <a:extLst xmlns:a="http://schemas.openxmlformats.org/drawingml/2006/main">
              <a:ext uri="{FF2B5EF4-FFF2-40B4-BE49-F238E27FC236}">
                <a16:creationId xmlns:a16="http://schemas.microsoft.com/office/drawing/2014/main" id="{D936A426-5DFB-4098-A1B9-983EB27A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905125"/>
            <a:ext cx="85725" cy="1238250"/>
          </a:xfrm>
          <a:custGeom xmlns:a="http://schemas.openxmlformats.org/drawingml/2006/main">
            <a:pathLst>
              <a:path w="85725" h="1238250">
                <a:moveTo>
                  <a:pt x="85725" y="0"/>
                </a:moveTo>
                <a:lnTo>
                  <a:pt x="65633" y="77391"/>
                </a:lnTo>
                <a:lnTo>
                  <a:pt x="48220" y="154781"/>
                </a:lnTo>
                <a:lnTo>
                  <a:pt x="33486" y="232172"/>
                </a:lnTo>
                <a:lnTo>
                  <a:pt x="21431" y="309563"/>
                </a:lnTo>
                <a:lnTo>
                  <a:pt x="12055" y="386953"/>
                </a:lnTo>
                <a:lnTo>
                  <a:pt x="5358" y="464344"/>
                </a:lnTo>
                <a:lnTo>
                  <a:pt x="1339" y="541734"/>
                </a:lnTo>
                <a:lnTo>
                  <a:pt x="0" y="619125"/>
                </a:lnTo>
                <a:lnTo>
                  <a:pt x="1339" y="696516"/>
                </a:lnTo>
                <a:lnTo>
                  <a:pt x="5358" y="773906"/>
                </a:lnTo>
                <a:lnTo>
                  <a:pt x="12055" y="851297"/>
                </a:lnTo>
                <a:lnTo>
                  <a:pt x="21431" y="928688"/>
                </a:lnTo>
                <a:lnTo>
                  <a:pt x="33486" y="1006078"/>
                </a:lnTo>
                <a:lnTo>
                  <a:pt x="48220" y="1083469"/>
                </a:lnTo>
                <a:lnTo>
                  <a:pt x="65633" y="1160859"/>
                </a:lnTo>
                <a:lnTo>
                  <a:pt x="85725" y="123825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072B2"/>
            </a:solidFill>
            <a:prstDash val="dash"/>
          </a:ln>
        </p:spPr>
      </p:sp>
      <p:sp>
        <p:nvSpPr>
          <p:cNvPr id="22" name="tie-5-10">
            <a:extLst xmlns:a="http://schemas.openxmlformats.org/drawingml/2006/main">
              <a:ext uri="{FF2B5EF4-FFF2-40B4-BE49-F238E27FC236}">
                <a16:creationId xmlns:a16="http://schemas.microsoft.com/office/drawing/2014/main" id="{9BBA746A-4BF8-408F-9A54-49F759FB1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905125"/>
            <a:ext cx="85725" cy="1238250"/>
          </a:xfrm>
          <a:custGeom xmlns:a="http://schemas.openxmlformats.org/drawingml/2006/main">
            <a:pathLst>
              <a:path w="85725" h="1238250">
                <a:moveTo>
                  <a:pt x="85725" y="0"/>
                </a:moveTo>
                <a:lnTo>
                  <a:pt x="65633" y="77391"/>
                </a:lnTo>
                <a:lnTo>
                  <a:pt x="48220" y="154781"/>
                </a:lnTo>
                <a:lnTo>
                  <a:pt x="33486" y="232172"/>
                </a:lnTo>
                <a:lnTo>
                  <a:pt x="21431" y="309563"/>
                </a:lnTo>
                <a:lnTo>
                  <a:pt x="12055" y="386953"/>
                </a:lnTo>
                <a:lnTo>
                  <a:pt x="5358" y="464344"/>
                </a:lnTo>
                <a:lnTo>
                  <a:pt x="1339" y="541734"/>
                </a:lnTo>
                <a:lnTo>
                  <a:pt x="0" y="619125"/>
                </a:lnTo>
                <a:lnTo>
                  <a:pt x="1339" y="696516"/>
                </a:lnTo>
                <a:lnTo>
                  <a:pt x="5358" y="773906"/>
                </a:lnTo>
                <a:lnTo>
                  <a:pt x="12055" y="851297"/>
                </a:lnTo>
                <a:lnTo>
                  <a:pt x="21431" y="928688"/>
                </a:lnTo>
                <a:lnTo>
                  <a:pt x="33486" y="1006078"/>
                </a:lnTo>
                <a:lnTo>
                  <a:pt x="48220" y="1083469"/>
                </a:lnTo>
                <a:lnTo>
                  <a:pt x="65633" y="1160859"/>
                </a:lnTo>
                <a:lnTo>
                  <a:pt x="85725" y="123825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072B2"/>
            </a:solidFill>
            <a:prstDash val="dash"/>
          </a:ln>
        </p:spPr>
      </p:sp>
      <p:sp>
        <p:nvSpPr>
          <p:cNvPr id="23" name="tie-4-11">
            <a:extLst xmlns:a="http://schemas.openxmlformats.org/drawingml/2006/main">
              <a:ext uri="{FF2B5EF4-FFF2-40B4-BE49-F238E27FC236}">
                <a16:creationId xmlns:a16="http://schemas.microsoft.com/office/drawing/2014/main" id="{808AE589-EFFA-47A4-A5A6-8309B420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905125"/>
            <a:ext cx="85725" cy="1238250"/>
          </a:xfrm>
          <a:custGeom xmlns:a="http://schemas.openxmlformats.org/drawingml/2006/main">
            <a:pathLst>
              <a:path w="85725" h="1238250">
                <a:moveTo>
                  <a:pt x="85725" y="0"/>
                </a:moveTo>
                <a:lnTo>
                  <a:pt x="65633" y="77391"/>
                </a:lnTo>
                <a:lnTo>
                  <a:pt x="48220" y="154781"/>
                </a:lnTo>
                <a:lnTo>
                  <a:pt x="33486" y="232172"/>
                </a:lnTo>
                <a:lnTo>
                  <a:pt x="21431" y="309563"/>
                </a:lnTo>
                <a:lnTo>
                  <a:pt x="12055" y="386953"/>
                </a:lnTo>
                <a:lnTo>
                  <a:pt x="5358" y="464344"/>
                </a:lnTo>
                <a:lnTo>
                  <a:pt x="1339" y="541734"/>
                </a:lnTo>
                <a:lnTo>
                  <a:pt x="0" y="619125"/>
                </a:lnTo>
                <a:lnTo>
                  <a:pt x="1339" y="696516"/>
                </a:lnTo>
                <a:lnTo>
                  <a:pt x="5358" y="773906"/>
                </a:lnTo>
                <a:lnTo>
                  <a:pt x="12055" y="851297"/>
                </a:lnTo>
                <a:lnTo>
                  <a:pt x="21431" y="928688"/>
                </a:lnTo>
                <a:lnTo>
                  <a:pt x="33486" y="1006078"/>
                </a:lnTo>
                <a:lnTo>
                  <a:pt x="48220" y="1083469"/>
                </a:lnTo>
                <a:lnTo>
                  <a:pt x="65633" y="1160859"/>
                </a:lnTo>
                <a:lnTo>
                  <a:pt x="85725" y="123825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072B2"/>
            </a:solidFill>
            <a:prstDash val="dash"/>
          </a:ln>
        </p:spPr>
      </p:sp>
      <p:sp>
        <p:nvSpPr>
          <p:cNvPr id="24" name="tie-8-15">
            <a:extLst xmlns:a="http://schemas.openxmlformats.org/drawingml/2006/main">
              <a:ext uri="{FF2B5EF4-FFF2-40B4-BE49-F238E27FC236}">
                <a16:creationId xmlns:a16="http://schemas.microsoft.com/office/drawing/2014/main" id="{9AA81169-9FA5-4057-9DD3-6A079CB6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143375"/>
            <a:ext cx="85725" cy="1238250"/>
          </a:xfrm>
          <a:custGeom xmlns:a="http://schemas.openxmlformats.org/drawingml/2006/main">
            <a:pathLst>
              <a:path w="85725" h="1238250">
                <a:moveTo>
                  <a:pt x="85725" y="0"/>
                </a:moveTo>
                <a:lnTo>
                  <a:pt x="65633" y="77391"/>
                </a:lnTo>
                <a:lnTo>
                  <a:pt x="48220" y="154781"/>
                </a:lnTo>
                <a:lnTo>
                  <a:pt x="33486" y="232172"/>
                </a:lnTo>
                <a:lnTo>
                  <a:pt x="21431" y="309563"/>
                </a:lnTo>
                <a:lnTo>
                  <a:pt x="12055" y="386953"/>
                </a:lnTo>
                <a:lnTo>
                  <a:pt x="5358" y="464344"/>
                </a:lnTo>
                <a:lnTo>
                  <a:pt x="1339" y="541734"/>
                </a:lnTo>
                <a:lnTo>
                  <a:pt x="0" y="619125"/>
                </a:lnTo>
                <a:lnTo>
                  <a:pt x="1339" y="696516"/>
                </a:lnTo>
                <a:lnTo>
                  <a:pt x="5358" y="773906"/>
                </a:lnTo>
                <a:lnTo>
                  <a:pt x="12055" y="851297"/>
                </a:lnTo>
                <a:lnTo>
                  <a:pt x="21431" y="928688"/>
                </a:lnTo>
                <a:lnTo>
                  <a:pt x="33486" y="1006078"/>
                </a:lnTo>
                <a:lnTo>
                  <a:pt x="48220" y="1083469"/>
                </a:lnTo>
                <a:lnTo>
                  <a:pt x="65633" y="1160859"/>
                </a:lnTo>
                <a:lnTo>
                  <a:pt x="85725" y="123825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072B2"/>
            </a:solidFill>
            <a:prstDash val="dash"/>
          </a:ln>
        </p:spPr>
      </p:sp>
      <p:sp>
        <p:nvSpPr>
          <p:cNvPr id="25" name="tie-9-14">
            <a:extLst xmlns:a="http://schemas.openxmlformats.org/drawingml/2006/main">
              <a:ext uri="{FF2B5EF4-FFF2-40B4-BE49-F238E27FC236}">
                <a16:creationId xmlns:a16="http://schemas.microsoft.com/office/drawing/2014/main" id="{F245BA01-28E7-4501-878B-56DAA320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143375"/>
            <a:ext cx="85725" cy="1238250"/>
          </a:xfrm>
          <a:custGeom xmlns:a="http://schemas.openxmlformats.org/drawingml/2006/main">
            <a:pathLst>
              <a:path w="85725" h="1238250">
                <a:moveTo>
                  <a:pt x="85725" y="0"/>
                </a:moveTo>
                <a:lnTo>
                  <a:pt x="65633" y="77391"/>
                </a:lnTo>
                <a:lnTo>
                  <a:pt x="48220" y="154781"/>
                </a:lnTo>
                <a:lnTo>
                  <a:pt x="33486" y="232172"/>
                </a:lnTo>
                <a:lnTo>
                  <a:pt x="21431" y="309563"/>
                </a:lnTo>
                <a:lnTo>
                  <a:pt x="12055" y="386953"/>
                </a:lnTo>
                <a:lnTo>
                  <a:pt x="5358" y="464344"/>
                </a:lnTo>
                <a:lnTo>
                  <a:pt x="1339" y="541734"/>
                </a:lnTo>
                <a:lnTo>
                  <a:pt x="0" y="619125"/>
                </a:lnTo>
                <a:lnTo>
                  <a:pt x="1339" y="696516"/>
                </a:lnTo>
                <a:lnTo>
                  <a:pt x="5358" y="773906"/>
                </a:lnTo>
                <a:lnTo>
                  <a:pt x="12055" y="851297"/>
                </a:lnTo>
                <a:lnTo>
                  <a:pt x="21431" y="928688"/>
                </a:lnTo>
                <a:lnTo>
                  <a:pt x="33486" y="1006078"/>
                </a:lnTo>
                <a:lnTo>
                  <a:pt x="48220" y="1083469"/>
                </a:lnTo>
                <a:lnTo>
                  <a:pt x="65633" y="1160859"/>
                </a:lnTo>
                <a:lnTo>
                  <a:pt x="85725" y="123825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072B2"/>
            </a:solidFill>
            <a:prstDash val="dash"/>
          </a:ln>
        </p:spPr>
      </p:sp>
      <p:sp>
        <p:nvSpPr>
          <p:cNvPr id="26" name="tie-10-13">
            <a:extLst xmlns:a="http://schemas.openxmlformats.org/drawingml/2006/main">
              <a:ext uri="{FF2B5EF4-FFF2-40B4-BE49-F238E27FC236}">
                <a16:creationId xmlns:a16="http://schemas.microsoft.com/office/drawing/2014/main" id="{F3999F5D-722B-4141-AF68-1A7DFAC5E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143375"/>
            <a:ext cx="85725" cy="1238250"/>
          </a:xfrm>
          <a:custGeom xmlns:a="http://schemas.openxmlformats.org/drawingml/2006/main">
            <a:pathLst>
              <a:path w="85725" h="1238250">
                <a:moveTo>
                  <a:pt x="85725" y="0"/>
                </a:moveTo>
                <a:lnTo>
                  <a:pt x="65633" y="77391"/>
                </a:lnTo>
                <a:lnTo>
                  <a:pt x="48220" y="154781"/>
                </a:lnTo>
                <a:lnTo>
                  <a:pt x="33486" y="232172"/>
                </a:lnTo>
                <a:lnTo>
                  <a:pt x="21431" y="309563"/>
                </a:lnTo>
                <a:lnTo>
                  <a:pt x="12055" y="386953"/>
                </a:lnTo>
                <a:lnTo>
                  <a:pt x="5358" y="464344"/>
                </a:lnTo>
                <a:lnTo>
                  <a:pt x="1339" y="541734"/>
                </a:lnTo>
                <a:lnTo>
                  <a:pt x="0" y="619125"/>
                </a:lnTo>
                <a:lnTo>
                  <a:pt x="1339" y="696516"/>
                </a:lnTo>
                <a:lnTo>
                  <a:pt x="5358" y="773906"/>
                </a:lnTo>
                <a:lnTo>
                  <a:pt x="12055" y="851297"/>
                </a:lnTo>
                <a:lnTo>
                  <a:pt x="21431" y="928688"/>
                </a:lnTo>
                <a:lnTo>
                  <a:pt x="33486" y="1006078"/>
                </a:lnTo>
                <a:lnTo>
                  <a:pt x="48220" y="1083469"/>
                </a:lnTo>
                <a:lnTo>
                  <a:pt x="65633" y="1160859"/>
                </a:lnTo>
                <a:lnTo>
                  <a:pt x="85725" y="123825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072B2"/>
            </a:solidFill>
            <a:prstDash val="dash"/>
          </a:ln>
        </p:spPr>
      </p:sp>
      <p:sp>
        <p:nvSpPr>
          <p:cNvPr id="27" name="tie-11-12">
            <a:extLst xmlns:a="http://schemas.openxmlformats.org/drawingml/2006/main">
              <a:ext uri="{FF2B5EF4-FFF2-40B4-BE49-F238E27FC236}">
                <a16:creationId xmlns:a16="http://schemas.microsoft.com/office/drawing/2014/main" id="{E8772F9B-C7DA-4BBE-8291-5730BBFF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143375"/>
            <a:ext cx="85725" cy="1238250"/>
          </a:xfrm>
          <a:custGeom xmlns:a="http://schemas.openxmlformats.org/drawingml/2006/main">
            <a:pathLst>
              <a:path w="85725" h="1238250">
                <a:moveTo>
                  <a:pt x="85725" y="0"/>
                </a:moveTo>
                <a:lnTo>
                  <a:pt x="65633" y="77391"/>
                </a:lnTo>
                <a:lnTo>
                  <a:pt x="48220" y="154781"/>
                </a:lnTo>
                <a:lnTo>
                  <a:pt x="33486" y="232172"/>
                </a:lnTo>
                <a:lnTo>
                  <a:pt x="21431" y="309563"/>
                </a:lnTo>
                <a:lnTo>
                  <a:pt x="12055" y="386953"/>
                </a:lnTo>
                <a:lnTo>
                  <a:pt x="5358" y="464344"/>
                </a:lnTo>
                <a:lnTo>
                  <a:pt x="1339" y="541734"/>
                </a:lnTo>
                <a:lnTo>
                  <a:pt x="0" y="619125"/>
                </a:lnTo>
                <a:lnTo>
                  <a:pt x="1339" y="696516"/>
                </a:lnTo>
                <a:lnTo>
                  <a:pt x="5358" y="773906"/>
                </a:lnTo>
                <a:lnTo>
                  <a:pt x="12055" y="851297"/>
                </a:lnTo>
                <a:lnTo>
                  <a:pt x="21431" y="928688"/>
                </a:lnTo>
                <a:lnTo>
                  <a:pt x="33486" y="1006078"/>
                </a:lnTo>
                <a:lnTo>
                  <a:pt x="48220" y="1083469"/>
                </a:lnTo>
                <a:lnTo>
                  <a:pt x="65633" y="1160859"/>
                </a:lnTo>
                <a:lnTo>
                  <a:pt x="85725" y="123825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072B2"/>
            </a:solidFill>
            <a:prstDash val="dash"/>
          </a:ln>
        </p:spPr>
      </p:sp>
      <p:sp>
        <p:nvSpPr>
          <p:cNvPr id="28" name="backbone-0-1">
            <a:extLst xmlns:a="http://schemas.openxmlformats.org/drawingml/2006/main">
              <a:ext uri="{FF2B5EF4-FFF2-40B4-BE49-F238E27FC236}">
                <a16:creationId xmlns:a16="http://schemas.microsoft.com/office/drawing/2014/main" id="{985A5C46-3DD8-47EE-8744-C72F30D7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595438"/>
            <a:ext cx="2286000" cy="71438"/>
          </a:xfrm>
          <a:custGeom xmlns:a="http://schemas.openxmlformats.org/drawingml/2006/main">
            <a:pathLst>
              <a:path w="2286000" h="71438">
                <a:moveTo>
                  <a:pt x="0" y="71438"/>
                </a:moveTo>
                <a:lnTo>
                  <a:pt x="142875" y="54694"/>
                </a:lnTo>
                <a:lnTo>
                  <a:pt x="285750" y="40184"/>
                </a:lnTo>
                <a:lnTo>
                  <a:pt x="428625" y="27905"/>
                </a:lnTo>
                <a:lnTo>
                  <a:pt x="571500" y="17859"/>
                </a:lnTo>
                <a:lnTo>
                  <a:pt x="714375" y="10046"/>
                </a:lnTo>
                <a:lnTo>
                  <a:pt x="857250" y="4465"/>
                </a:lnTo>
                <a:lnTo>
                  <a:pt x="1000125" y="1116"/>
                </a:lnTo>
                <a:lnTo>
                  <a:pt x="1143000" y="0"/>
                </a:lnTo>
                <a:lnTo>
                  <a:pt x="1285875" y="1116"/>
                </a:lnTo>
                <a:lnTo>
                  <a:pt x="1428750" y="4465"/>
                </a:lnTo>
                <a:lnTo>
                  <a:pt x="1571625" y="10046"/>
                </a:lnTo>
                <a:lnTo>
                  <a:pt x="1714500" y="17859"/>
                </a:lnTo>
                <a:lnTo>
                  <a:pt x="1857375" y="27905"/>
                </a:lnTo>
                <a:lnTo>
                  <a:pt x="2000250" y="40184"/>
                </a:lnTo>
                <a:lnTo>
                  <a:pt x="2143125" y="54694"/>
                </a:lnTo>
                <a:lnTo>
                  <a:pt x="2286000" y="71438"/>
                </a:lnTo>
              </a:path>
            </a:pathLst>
          </a:custGeom>
          <a:noFill xmlns:a="http://schemas.openxmlformats.org/drawingml/2006/main"/>
          <a:ln xmlns:a="http://schemas.openxmlformats.org/drawingml/2006/main" w="30480">
            <a:solidFill>
              <a:srgbClr val="222222"/>
            </a:solidFill>
            <a:prstDash val="solid"/>
          </a:ln>
        </p:spPr>
      </p:sp>
      <p:sp>
        <p:nvSpPr>
          <p:cNvPr id="29" name="backbone-1-2">
            <a:extLst xmlns:a="http://schemas.openxmlformats.org/drawingml/2006/main">
              <a:ext uri="{FF2B5EF4-FFF2-40B4-BE49-F238E27FC236}">
                <a16:creationId xmlns:a16="http://schemas.microsoft.com/office/drawing/2014/main" id="{88D0E5FF-75E2-4B31-A918-CC1A17BB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595438"/>
            <a:ext cx="2286000" cy="71438"/>
          </a:xfrm>
          <a:custGeom xmlns:a="http://schemas.openxmlformats.org/drawingml/2006/main">
            <a:pathLst>
              <a:path w="2286000" h="71438">
                <a:moveTo>
                  <a:pt x="0" y="71438"/>
                </a:moveTo>
                <a:lnTo>
                  <a:pt x="142875" y="54694"/>
                </a:lnTo>
                <a:lnTo>
                  <a:pt x="285750" y="40184"/>
                </a:lnTo>
                <a:lnTo>
                  <a:pt x="428625" y="27905"/>
                </a:lnTo>
                <a:lnTo>
                  <a:pt x="571500" y="17859"/>
                </a:lnTo>
                <a:lnTo>
                  <a:pt x="714375" y="10046"/>
                </a:lnTo>
                <a:lnTo>
                  <a:pt x="857250" y="4465"/>
                </a:lnTo>
                <a:lnTo>
                  <a:pt x="1000125" y="1116"/>
                </a:lnTo>
                <a:lnTo>
                  <a:pt x="1143000" y="0"/>
                </a:lnTo>
                <a:lnTo>
                  <a:pt x="1285875" y="1116"/>
                </a:lnTo>
                <a:lnTo>
                  <a:pt x="1428750" y="4465"/>
                </a:lnTo>
                <a:lnTo>
                  <a:pt x="1571625" y="10046"/>
                </a:lnTo>
                <a:lnTo>
                  <a:pt x="1714500" y="17859"/>
                </a:lnTo>
                <a:lnTo>
                  <a:pt x="1857375" y="27905"/>
                </a:lnTo>
                <a:lnTo>
                  <a:pt x="2000250" y="40184"/>
                </a:lnTo>
                <a:lnTo>
                  <a:pt x="2143125" y="54694"/>
                </a:lnTo>
                <a:lnTo>
                  <a:pt x="2286000" y="71438"/>
                </a:lnTo>
              </a:path>
            </a:pathLst>
          </a:custGeom>
          <a:noFill xmlns:a="http://schemas.openxmlformats.org/drawingml/2006/main"/>
          <a:ln xmlns:a="http://schemas.openxmlformats.org/drawingml/2006/main" w="30480">
            <a:solidFill>
              <a:srgbClr val="222222"/>
            </a:solidFill>
            <a:prstDash val="solid"/>
          </a:ln>
        </p:spPr>
      </p:sp>
      <p:sp>
        <p:nvSpPr>
          <p:cNvPr id="30" name="backbone-2-3">
            <a:extLst xmlns:a="http://schemas.openxmlformats.org/drawingml/2006/main">
              <a:ext uri="{FF2B5EF4-FFF2-40B4-BE49-F238E27FC236}">
                <a16:creationId xmlns:a16="http://schemas.microsoft.com/office/drawing/2014/main" id="{00448EAB-82EF-470D-BC95-B09A3BEE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95438"/>
            <a:ext cx="2286000" cy="71438"/>
          </a:xfrm>
          <a:custGeom xmlns:a="http://schemas.openxmlformats.org/drawingml/2006/main">
            <a:pathLst>
              <a:path w="2286000" h="71438">
                <a:moveTo>
                  <a:pt x="0" y="71438"/>
                </a:moveTo>
                <a:lnTo>
                  <a:pt x="142875" y="54694"/>
                </a:lnTo>
                <a:lnTo>
                  <a:pt x="285750" y="40184"/>
                </a:lnTo>
                <a:lnTo>
                  <a:pt x="428625" y="27905"/>
                </a:lnTo>
                <a:lnTo>
                  <a:pt x="571500" y="17859"/>
                </a:lnTo>
                <a:lnTo>
                  <a:pt x="714375" y="10046"/>
                </a:lnTo>
                <a:lnTo>
                  <a:pt x="857250" y="4465"/>
                </a:lnTo>
                <a:lnTo>
                  <a:pt x="1000125" y="1116"/>
                </a:lnTo>
                <a:lnTo>
                  <a:pt x="1143000" y="0"/>
                </a:lnTo>
                <a:lnTo>
                  <a:pt x="1285875" y="1116"/>
                </a:lnTo>
                <a:lnTo>
                  <a:pt x="1428750" y="4465"/>
                </a:lnTo>
                <a:lnTo>
                  <a:pt x="1571625" y="10046"/>
                </a:lnTo>
                <a:lnTo>
                  <a:pt x="1714500" y="17859"/>
                </a:lnTo>
                <a:lnTo>
                  <a:pt x="1857375" y="27905"/>
                </a:lnTo>
                <a:lnTo>
                  <a:pt x="2000250" y="40184"/>
                </a:lnTo>
                <a:lnTo>
                  <a:pt x="2143125" y="54694"/>
                </a:lnTo>
                <a:lnTo>
                  <a:pt x="2286000" y="71438"/>
                </a:lnTo>
              </a:path>
            </a:pathLst>
          </a:custGeom>
          <a:noFill xmlns:a="http://schemas.openxmlformats.org/drawingml/2006/main"/>
          <a:ln xmlns:a="http://schemas.openxmlformats.org/drawingml/2006/main" w="30480">
            <a:solidFill>
              <a:srgbClr val="222222"/>
            </a:solidFill>
            <a:prstDash val="solid"/>
          </a:ln>
        </p:spPr>
      </p:sp>
      <p:sp>
        <p:nvSpPr>
          <p:cNvPr id="31" name="backbone-3-4">
            <a:extLst xmlns:a="http://schemas.openxmlformats.org/drawingml/2006/main">
              <a:ext uri="{FF2B5EF4-FFF2-40B4-BE49-F238E27FC236}">
                <a16:creationId xmlns:a16="http://schemas.microsoft.com/office/drawing/2014/main" id="{95E5EFEA-9108-481D-8B90-64489E903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666875"/>
            <a:ext cx="85725" cy="1238250"/>
          </a:xfrm>
          <a:custGeom xmlns:a="http://schemas.openxmlformats.org/drawingml/2006/main">
            <a:pathLst>
              <a:path w="85725" h="1238250">
                <a:moveTo>
                  <a:pt x="0" y="0"/>
                </a:moveTo>
                <a:lnTo>
                  <a:pt x="20092" y="77391"/>
                </a:lnTo>
                <a:lnTo>
                  <a:pt x="37505" y="154781"/>
                </a:lnTo>
                <a:lnTo>
                  <a:pt x="52239" y="232172"/>
                </a:lnTo>
                <a:lnTo>
                  <a:pt x="64294" y="309563"/>
                </a:lnTo>
                <a:lnTo>
                  <a:pt x="73670" y="386953"/>
                </a:lnTo>
                <a:lnTo>
                  <a:pt x="80367" y="464344"/>
                </a:lnTo>
                <a:lnTo>
                  <a:pt x="84386" y="541734"/>
                </a:lnTo>
                <a:lnTo>
                  <a:pt x="85725" y="619125"/>
                </a:lnTo>
                <a:lnTo>
                  <a:pt x="84386" y="696516"/>
                </a:lnTo>
                <a:lnTo>
                  <a:pt x="80367" y="773906"/>
                </a:lnTo>
                <a:lnTo>
                  <a:pt x="73670" y="851297"/>
                </a:lnTo>
                <a:lnTo>
                  <a:pt x="64294" y="928688"/>
                </a:lnTo>
                <a:lnTo>
                  <a:pt x="52239" y="1006078"/>
                </a:lnTo>
                <a:lnTo>
                  <a:pt x="37505" y="1083469"/>
                </a:lnTo>
                <a:lnTo>
                  <a:pt x="20092" y="1160859"/>
                </a:lnTo>
                <a:lnTo>
                  <a:pt x="0" y="1238250"/>
                </a:lnTo>
              </a:path>
            </a:pathLst>
          </a:custGeom>
          <a:noFill xmlns:a="http://schemas.openxmlformats.org/drawingml/2006/main"/>
          <a:ln xmlns:a="http://schemas.openxmlformats.org/drawingml/2006/main" w="30480">
            <a:solidFill>
              <a:srgbClr val="222222"/>
            </a:solidFill>
            <a:prstDash val="solid"/>
          </a:ln>
        </p:spPr>
      </p:sp>
      <p:sp>
        <p:nvSpPr>
          <p:cNvPr id="32" name="backbone-4-5">
            <a:extLst xmlns:a="http://schemas.openxmlformats.org/drawingml/2006/main">
              <a:ext uri="{FF2B5EF4-FFF2-40B4-BE49-F238E27FC236}">
                <a16:creationId xmlns:a16="http://schemas.microsoft.com/office/drawing/2014/main" id="{89AC7F99-EBD7-416F-A669-8A32DD9A3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33688"/>
            <a:ext cx="2286000" cy="71438"/>
          </a:xfrm>
          <a:custGeom xmlns:a="http://schemas.openxmlformats.org/drawingml/2006/main">
            <a:pathLst>
              <a:path w="2286000" h="71438">
                <a:moveTo>
                  <a:pt x="2286000" y="71438"/>
                </a:moveTo>
                <a:lnTo>
                  <a:pt x="2143125" y="54694"/>
                </a:lnTo>
                <a:lnTo>
                  <a:pt x="2000250" y="40184"/>
                </a:lnTo>
                <a:lnTo>
                  <a:pt x="1857375" y="27905"/>
                </a:lnTo>
                <a:lnTo>
                  <a:pt x="1714500" y="17859"/>
                </a:lnTo>
                <a:lnTo>
                  <a:pt x="1571625" y="10046"/>
                </a:lnTo>
                <a:lnTo>
                  <a:pt x="1428750" y="4465"/>
                </a:lnTo>
                <a:lnTo>
                  <a:pt x="1285875" y="1116"/>
                </a:lnTo>
                <a:lnTo>
                  <a:pt x="1143000" y="0"/>
                </a:lnTo>
                <a:lnTo>
                  <a:pt x="1000125" y="1116"/>
                </a:lnTo>
                <a:lnTo>
                  <a:pt x="857250" y="4465"/>
                </a:lnTo>
                <a:lnTo>
                  <a:pt x="714375" y="10046"/>
                </a:lnTo>
                <a:lnTo>
                  <a:pt x="571500" y="17859"/>
                </a:lnTo>
                <a:lnTo>
                  <a:pt x="428625" y="27905"/>
                </a:lnTo>
                <a:lnTo>
                  <a:pt x="285750" y="40184"/>
                </a:lnTo>
                <a:lnTo>
                  <a:pt x="142875" y="54694"/>
                </a:lnTo>
                <a:lnTo>
                  <a:pt x="0" y="71438"/>
                </a:lnTo>
              </a:path>
            </a:pathLst>
          </a:custGeom>
          <a:noFill xmlns:a="http://schemas.openxmlformats.org/drawingml/2006/main"/>
          <a:ln xmlns:a="http://schemas.openxmlformats.org/drawingml/2006/main" w="30480">
            <a:solidFill>
              <a:srgbClr val="222222"/>
            </a:solidFill>
            <a:prstDash val="solid"/>
          </a:ln>
        </p:spPr>
      </p:sp>
      <p:sp>
        <p:nvSpPr>
          <p:cNvPr id="33" name="backbone-5-6">
            <a:extLst xmlns:a="http://schemas.openxmlformats.org/drawingml/2006/main">
              <a:ext uri="{FF2B5EF4-FFF2-40B4-BE49-F238E27FC236}">
                <a16:creationId xmlns:a16="http://schemas.microsoft.com/office/drawing/2014/main" id="{8754683C-DD3F-4BBB-8080-D2D5D058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833688"/>
            <a:ext cx="2286000" cy="71438"/>
          </a:xfrm>
          <a:custGeom xmlns:a="http://schemas.openxmlformats.org/drawingml/2006/main">
            <a:pathLst>
              <a:path w="2286000" h="71438">
                <a:moveTo>
                  <a:pt x="2286000" y="71438"/>
                </a:moveTo>
                <a:lnTo>
                  <a:pt x="2143125" y="54694"/>
                </a:lnTo>
                <a:lnTo>
                  <a:pt x="2000250" y="40184"/>
                </a:lnTo>
                <a:lnTo>
                  <a:pt x="1857375" y="27905"/>
                </a:lnTo>
                <a:lnTo>
                  <a:pt x="1714500" y="17859"/>
                </a:lnTo>
                <a:lnTo>
                  <a:pt x="1571625" y="10046"/>
                </a:lnTo>
                <a:lnTo>
                  <a:pt x="1428750" y="4465"/>
                </a:lnTo>
                <a:lnTo>
                  <a:pt x="1285875" y="1116"/>
                </a:lnTo>
                <a:lnTo>
                  <a:pt x="1143000" y="0"/>
                </a:lnTo>
                <a:lnTo>
                  <a:pt x="1000125" y="1116"/>
                </a:lnTo>
                <a:lnTo>
                  <a:pt x="857250" y="4465"/>
                </a:lnTo>
                <a:lnTo>
                  <a:pt x="714375" y="10046"/>
                </a:lnTo>
                <a:lnTo>
                  <a:pt x="571500" y="17859"/>
                </a:lnTo>
                <a:lnTo>
                  <a:pt x="428625" y="27905"/>
                </a:lnTo>
                <a:lnTo>
                  <a:pt x="285750" y="40184"/>
                </a:lnTo>
                <a:lnTo>
                  <a:pt x="142875" y="54694"/>
                </a:lnTo>
                <a:lnTo>
                  <a:pt x="0" y="71438"/>
                </a:lnTo>
              </a:path>
            </a:pathLst>
          </a:custGeom>
          <a:noFill xmlns:a="http://schemas.openxmlformats.org/drawingml/2006/main"/>
          <a:ln xmlns:a="http://schemas.openxmlformats.org/drawingml/2006/main" w="30480">
            <a:solidFill>
              <a:srgbClr val="222222"/>
            </a:solidFill>
            <a:prstDash val="solid"/>
          </a:ln>
        </p:spPr>
      </p:sp>
      <p:sp>
        <p:nvSpPr>
          <p:cNvPr id="34" name="backbone-6-7">
            <a:extLst xmlns:a="http://schemas.openxmlformats.org/drawingml/2006/main">
              <a:ext uri="{FF2B5EF4-FFF2-40B4-BE49-F238E27FC236}">
                <a16:creationId xmlns:a16="http://schemas.microsoft.com/office/drawing/2014/main" id="{CE4BF170-EA43-4BD7-B6D2-C42E0C19F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833688"/>
            <a:ext cx="2286000" cy="71438"/>
          </a:xfrm>
          <a:custGeom xmlns:a="http://schemas.openxmlformats.org/drawingml/2006/main">
            <a:pathLst>
              <a:path w="2286000" h="71438">
                <a:moveTo>
                  <a:pt x="2286000" y="71438"/>
                </a:moveTo>
                <a:lnTo>
                  <a:pt x="2143125" y="54694"/>
                </a:lnTo>
                <a:lnTo>
                  <a:pt x="2000250" y="40184"/>
                </a:lnTo>
                <a:lnTo>
                  <a:pt x="1857375" y="27905"/>
                </a:lnTo>
                <a:lnTo>
                  <a:pt x="1714500" y="17859"/>
                </a:lnTo>
                <a:lnTo>
                  <a:pt x="1571625" y="10046"/>
                </a:lnTo>
                <a:lnTo>
                  <a:pt x="1428750" y="4465"/>
                </a:lnTo>
                <a:lnTo>
                  <a:pt x="1285875" y="1116"/>
                </a:lnTo>
                <a:lnTo>
                  <a:pt x="1143000" y="0"/>
                </a:lnTo>
                <a:lnTo>
                  <a:pt x="1000125" y="1116"/>
                </a:lnTo>
                <a:lnTo>
                  <a:pt x="857250" y="4465"/>
                </a:lnTo>
                <a:lnTo>
                  <a:pt x="714375" y="10046"/>
                </a:lnTo>
                <a:lnTo>
                  <a:pt x="571500" y="17859"/>
                </a:lnTo>
                <a:lnTo>
                  <a:pt x="428625" y="27905"/>
                </a:lnTo>
                <a:lnTo>
                  <a:pt x="285750" y="40184"/>
                </a:lnTo>
                <a:lnTo>
                  <a:pt x="142875" y="54694"/>
                </a:lnTo>
                <a:lnTo>
                  <a:pt x="0" y="71438"/>
                </a:lnTo>
              </a:path>
            </a:pathLst>
          </a:custGeom>
          <a:noFill xmlns:a="http://schemas.openxmlformats.org/drawingml/2006/main"/>
          <a:ln xmlns:a="http://schemas.openxmlformats.org/drawingml/2006/main" w="30480">
            <a:solidFill>
              <a:srgbClr val="222222"/>
            </a:solidFill>
            <a:prstDash val="solid"/>
          </a:ln>
        </p:spPr>
      </p:sp>
      <p:sp>
        <p:nvSpPr>
          <p:cNvPr id="35" name="backbone-7-8">
            <a:extLst xmlns:a="http://schemas.openxmlformats.org/drawingml/2006/main">
              <a:ext uri="{FF2B5EF4-FFF2-40B4-BE49-F238E27FC236}">
                <a16:creationId xmlns:a16="http://schemas.microsoft.com/office/drawing/2014/main" id="{2731BF82-C5C1-4C63-9508-5A8205AAF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05125"/>
            <a:ext cx="85725" cy="1238250"/>
          </a:xfrm>
          <a:custGeom xmlns:a="http://schemas.openxmlformats.org/drawingml/2006/main">
            <a:pathLst>
              <a:path w="85725" h="1238250">
                <a:moveTo>
                  <a:pt x="0" y="0"/>
                </a:moveTo>
                <a:lnTo>
                  <a:pt x="20092" y="77391"/>
                </a:lnTo>
                <a:lnTo>
                  <a:pt x="37505" y="154781"/>
                </a:lnTo>
                <a:lnTo>
                  <a:pt x="52239" y="232172"/>
                </a:lnTo>
                <a:lnTo>
                  <a:pt x="64294" y="309563"/>
                </a:lnTo>
                <a:lnTo>
                  <a:pt x="73670" y="386953"/>
                </a:lnTo>
                <a:lnTo>
                  <a:pt x="80367" y="464344"/>
                </a:lnTo>
                <a:lnTo>
                  <a:pt x="84386" y="541734"/>
                </a:lnTo>
                <a:lnTo>
                  <a:pt x="85725" y="619125"/>
                </a:lnTo>
                <a:lnTo>
                  <a:pt x="84386" y="696516"/>
                </a:lnTo>
                <a:lnTo>
                  <a:pt x="80367" y="773906"/>
                </a:lnTo>
                <a:lnTo>
                  <a:pt x="73670" y="851297"/>
                </a:lnTo>
                <a:lnTo>
                  <a:pt x="64294" y="928688"/>
                </a:lnTo>
                <a:lnTo>
                  <a:pt x="52239" y="1006078"/>
                </a:lnTo>
                <a:lnTo>
                  <a:pt x="37505" y="1083469"/>
                </a:lnTo>
                <a:lnTo>
                  <a:pt x="20092" y="1160859"/>
                </a:lnTo>
                <a:lnTo>
                  <a:pt x="0" y="1238250"/>
                </a:lnTo>
              </a:path>
            </a:pathLst>
          </a:custGeom>
          <a:noFill xmlns:a="http://schemas.openxmlformats.org/drawingml/2006/main"/>
          <a:ln xmlns:a="http://schemas.openxmlformats.org/drawingml/2006/main" w="30480">
            <a:solidFill>
              <a:srgbClr val="222222"/>
            </a:solidFill>
            <a:prstDash val="solid"/>
          </a:ln>
        </p:spPr>
      </p:sp>
      <p:sp>
        <p:nvSpPr>
          <p:cNvPr id="36" name="backbone-8-9">
            <a:extLst xmlns:a="http://schemas.openxmlformats.org/drawingml/2006/main">
              <a:ext uri="{FF2B5EF4-FFF2-40B4-BE49-F238E27FC236}">
                <a16:creationId xmlns:a16="http://schemas.microsoft.com/office/drawing/2014/main" id="{6FAA1981-203C-4B6D-AB7A-13E8F693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071938"/>
            <a:ext cx="2286000" cy="71438"/>
          </a:xfrm>
          <a:custGeom xmlns:a="http://schemas.openxmlformats.org/drawingml/2006/main">
            <a:pathLst>
              <a:path w="2286000" h="71438">
                <a:moveTo>
                  <a:pt x="0" y="71438"/>
                </a:moveTo>
                <a:lnTo>
                  <a:pt x="142875" y="54694"/>
                </a:lnTo>
                <a:lnTo>
                  <a:pt x="285750" y="40184"/>
                </a:lnTo>
                <a:lnTo>
                  <a:pt x="428625" y="27905"/>
                </a:lnTo>
                <a:lnTo>
                  <a:pt x="571500" y="17859"/>
                </a:lnTo>
                <a:lnTo>
                  <a:pt x="714375" y="10046"/>
                </a:lnTo>
                <a:lnTo>
                  <a:pt x="857250" y="4465"/>
                </a:lnTo>
                <a:lnTo>
                  <a:pt x="1000125" y="1116"/>
                </a:lnTo>
                <a:lnTo>
                  <a:pt x="1143000" y="0"/>
                </a:lnTo>
                <a:lnTo>
                  <a:pt x="1285875" y="1116"/>
                </a:lnTo>
                <a:lnTo>
                  <a:pt x="1428750" y="4465"/>
                </a:lnTo>
                <a:lnTo>
                  <a:pt x="1571625" y="10046"/>
                </a:lnTo>
                <a:lnTo>
                  <a:pt x="1714500" y="17859"/>
                </a:lnTo>
                <a:lnTo>
                  <a:pt x="1857375" y="27905"/>
                </a:lnTo>
                <a:lnTo>
                  <a:pt x="2000250" y="40184"/>
                </a:lnTo>
                <a:lnTo>
                  <a:pt x="2143125" y="54694"/>
                </a:lnTo>
                <a:lnTo>
                  <a:pt x="2286000" y="71438"/>
                </a:lnTo>
              </a:path>
            </a:pathLst>
          </a:custGeom>
          <a:noFill xmlns:a="http://schemas.openxmlformats.org/drawingml/2006/main"/>
          <a:ln xmlns:a="http://schemas.openxmlformats.org/drawingml/2006/main" w="30480">
            <a:solidFill>
              <a:srgbClr val="222222"/>
            </a:solidFill>
            <a:prstDash val="solid"/>
          </a:ln>
        </p:spPr>
      </p:sp>
      <p:sp>
        <p:nvSpPr>
          <p:cNvPr id="37" name="backbone-9-10">
            <a:extLst xmlns:a="http://schemas.openxmlformats.org/drawingml/2006/main">
              <a:ext uri="{FF2B5EF4-FFF2-40B4-BE49-F238E27FC236}">
                <a16:creationId xmlns:a16="http://schemas.microsoft.com/office/drawing/2014/main" id="{6B791671-3B41-4055-8828-F5770123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071938"/>
            <a:ext cx="2286000" cy="71438"/>
          </a:xfrm>
          <a:custGeom xmlns:a="http://schemas.openxmlformats.org/drawingml/2006/main">
            <a:pathLst>
              <a:path w="2286000" h="71438">
                <a:moveTo>
                  <a:pt x="0" y="71438"/>
                </a:moveTo>
                <a:lnTo>
                  <a:pt x="142875" y="54694"/>
                </a:lnTo>
                <a:lnTo>
                  <a:pt x="285750" y="40184"/>
                </a:lnTo>
                <a:lnTo>
                  <a:pt x="428625" y="27905"/>
                </a:lnTo>
                <a:lnTo>
                  <a:pt x="571500" y="17859"/>
                </a:lnTo>
                <a:lnTo>
                  <a:pt x="714375" y="10046"/>
                </a:lnTo>
                <a:lnTo>
                  <a:pt x="857250" y="4465"/>
                </a:lnTo>
                <a:lnTo>
                  <a:pt x="1000125" y="1116"/>
                </a:lnTo>
                <a:lnTo>
                  <a:pt x="1143000" y="0"/>
                </a:lnTo>
                <a:lnTo>
                  <a:pt x="1285875" y="1116"/>
                </a:lnTo>
                <a:lnTo>
                  <a:pt x="1428750" y="4465"/>
                </a:lnTo>
                <a:lnTo>
                  <a:pt x="1571625" y="10046"/>
                </a:lnTo>
                <a:lnTo>
                  <a:pt x="1714500" y="17859"/>
                </a:lnTo>
                <a:lnTo>
                  <a:pt x="1857375" y="27905"/>
                </a:lnTo>
                <a:lnTo>
                  <a:pt x="2000250" y="40184"/>
                </a:lnTo>
                <a:lnTo>
                  <a:pt x="2143125" y="54694"/>
                </a:lnTo>
                <a:lnTo>
                  <a:pt x="2286000" y="71438"/>
                </a:lnTo>
              </a:path>
            </a:pathLst>
          </a:custGeom>
          <a:noFill xmlns:a="http://schemas.openxmlformats.org/drawingml/2006/main"/>
          <a:ln xmlns:a="http://schemas.openxmlformats.org/drawingml/2006/main" w="30480">
            <a:solidFill>
              <a:srgbClr val="222222"/>
            </a:solidFill>
            <a:prstDash val="solid"/>
          </a:ln>
        </p:spPr>
      </p:sp>
      <p:sp>
        <p:nvSpPr>
          <p:cNvPr id="38" name="backbone-10-11">
            <a:extLst xmlns:a="http://schemas.openxmlformats.org/drawingml/2006/main">
              <a:ext uri="{FF2B5EF4-FFF2-40B4-BE49-F238E27FC236}">
                <a16:creationId xmlns:a16="http://schemas.microsoft.com/office/drawing/2014/main" id="{B0C86162-6673-4039-90E2-9CCDD830D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71938"/>
            <a:ext cx="2286000" cy="71438"/>
          </a:xfrm>
          <a:custGeom xmlns:a="http://schemas.openxmlformats.org/drawingml/2006/main">
            <a:pathLst>
              <a:path w="2286000" h="71438">
                <a:moveTo>
                  <a:pt x="0" y="71438"/>
                </a:moveTo>
                <a:lnTo>
                  <a:pt x="142875" y="54694"/>
                </a:lnTo>
                <a:lnTo>
                  <a:pt x="285750" y="40184"/>
                </a:lnTo>
                <a:lnTo>
                  <a:pt x="428625" y="27905"/>
                </a:lnTo>
                <a:lnTo>
                  <a:pt x="571500" y="17859"/>
                </a:lnTo>
                <a:lnTo>
                  <a:pt x="714375" y="10046"/>
                </a:lnTo>
                <a:lnTo>
                  <a:pt x="857250" y="4465"/>
                </a:lnTo>
                <a:lnTo>
                  <a:pt x="1000125" y="1116"/>
                </a:lnTo>
                <a:lnTo>
                  <a:pt x="1143000" y="0"/>
                </a:lnTo>
                <a:lnTo>
                  <a:pt x="1285875" y="1116"/>
                </a:lnTo>
                <a:lnTo>
                  <a:pt x="1428750" y="4465"/>
                </a:lnTo>
                <a:lnTo>
                  <a:pt x="1571625" y="10046"/>
                </a:lnTo>
                <a:lnTo>
                  <a:pt x="1714500" y="17859"/>
                </a:lnTo>
                <a:lnTo>
                  <a:pt x="1857375" y="27905"/>
                </a:lnTo>
                <a:lnTo>
                  <a:pt x="2000250" y="40184"/>
                </a:lnTo>
                <a:lnTo>
                  <a:pt x="2143125" y="54694"/>
                </a:lnTo>
                <a:lnTo>
                  <a:pt x="2286000" y="71438"/>
                </a:lnTo>
              </a:path>
            </a:pathLst>
          </a:custGeom>
          <a:noFill xmlns:a="http://schemas.openxmlformats.org/drawingml/2006/main"/>
          <a:ln xmlns:a="http://schemas.openxmlformats.org/drawingml/2006/main" w="30480">
            <a:solidFill>
              <a:srgbClr val="222222"/>
            </a:solidFill>
            <a:prstDash val="solid"/>
          </a:ln>
        </p:spPr>
      </p:sp>
      <p:sp>
        <p:nvSpPr>
          <p:cNvPr id="39" name="backbone-11-12">
            <a:extLst xmlns:a="http://schemas.openxmlformats.org/drawingml/2006/main">
              <a:ext uri="{FF2B5EF4-FFF2-40B4-BE49-F238E27FC236}">
                <a16:creationId xmlns:a16="http://schemas.microsoft.com/office/drawing/2014/main" id="{AE80201F-41C9-4797-A6ED-E97451322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143375"/>
            <a:ext cx="85725" cy="1238250"/>
          </a:xfrm>
          <a:custGeom xmlns:a="http://schemas.openxmlformats.org/drawingml/2006/main">
            <a:pathLst>
              <a:path w="85725" h="1238250">
                <a:moveTo>
                  <a:pt x="0" y="0"/>
                </a:moveTo>
                <a:lnTo>
                  <a:pt x="20092" y="77391"/>
                </a:lnTo>
                <a:lnTo>
                  <a:pt x="37505" y="154781"/>
                </a:lnTo>
                <a:lnTo>
                  <a:pt x="52239" y="232172"/>
                </a:lnTo>
                <a:lnTo>
                  <a:pt x="64294" y="309563"/>
                </a:lnTo>
                <a:lnTo>
                  <a:pt x="73670" y="386953"/>
                </a:lnTo>
                <a:lnTo>
                  <a:pt x="80367" y="464344"/>
                </a:lnTo>
                <a:lnTo>
                  <a:pt x="84386" y="541734"/>
                </a:lnTo>
                <a:lnTo>
                  <a:pt x="85725" y="619125"/>
                </a:lnTo>
                <a:lnTo>
                  <a:pt x="84386" y="696516"/>
                </a:lnTo>
                <a:lnTo>
                  <a:pt x="80367" y="773906"/>
                </a:lnTo>
                <a:lnTo>
                  <a:pt x="73670" y="851297"/>
                </a:lnTo>
                <a:lnTo>
                  <a:pt x="64294" y="928688"/>
                </a:lnTo>
                <a:lnTo>
                  <a:pt x="52239" y="1006078"/>
                </a:lnTo>
                <a:lnTo>
                  <a:pt x="37505" y="1083469"/>
                </a:lnTo>
                <a:lnTo>
                  <a:pt x="20092" y="1160859"/>
                </a:lnTo>
                <a:lnTo>
                  <a:pt x="0" y="1238250"/>
                </a:lnTo>
              </a:path>
            </a:pathLst>
          </a:custGeom>
          <a:noFill xmlns:a="http://schemas.openxmlformats.org/drawingml/2006/main"/>
          <a:ln xmlns:a="http://schemas.openxmlformats.org/drawingml/2006/main" w="30480">
            <a:solidFill>
              <a:srgbClr val="222222"/>
            </a:solidFill>
            <a:prstDash val="solid"/>
          </a:ln>
        </p:spPr>
      </p:sp>
      <p:sp>
        <p:nvSpPr>
          <p:cNvPr id="40" name="backbone-12-13">
            <a:extLst xmlns:a="http://schemas.openxmlformats.org/drawingml/2006/main">
              <a:ext uri="{FF2B5EF4-FFF2-40B4-BE49-F238E27FC236}">
                <a16:creationId xmlns:a16="http://schemas.microsoft.com/office/drawing/2014/main" id="{F2758574-299B-41CD-AEF1-0AA93E4A6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310188"/>
            <a:ext cx="2286000" cy="71438"/>
          </a:xfrm>
          <a:custGeom xmlns:a="http://schemas.openxmlformats.org/drawingml/2006/main">
            <a:pathLst>
              <a:path w="2286000" h="71438">
                <a:moveTo>
                  <a:pt x="2286000" y="71438"/>
                </a:moveTo>
                <a:lnTo>
                  <a:pt x="2143125" y="54694"/>
                </a:lnTo>
                <a:lnTo>
                  <a:pt x="2000250" y="40184"/>
                </a:lnTo>
                <a:lnTo>
                  <a:pt x="1857375" y="27905"/>
                </a:lnTo>
                <a:lnTo>
                  <a:pt x="1714500" y="17859"/>
                </a:lnTo>
                <a:lnTo>
                  <a:pt x="1571625" y="10046"/>
                </a:lnTo>
                <a:lnTo>
                  <a:pt x="1428750" y="4465"/>
                </a:lnTo>
                <a:lnTo>
                  <a:pt x="1285875" y="1116"/>
                </a:lnTo>
                <a:lnTo>
                  <a:pt x="1143000" y="0"/>
                </a:lnTo>
                <a:lnTo>
                  <a:pt x="1000125" y="1116"/>
                </a:lnTo>
                <a:lnTo>
                  <a:pt x="857250" y="4465"/>
                </a:lnTo>
                <a:lnTo>
                  <a:pt x="714375" y="10046"/>
                </a:lnTo>
                <a:lnTo>
                  <a:pt x="571500" y="17859"/>
                </a:lnTo>
                <a:lnTo>
                  <a:pt x="428625" y="27905"/>
                </a:lnTo>
                <a:lnTo>
                  <a:pt x="285750" y="40184"/>
                </a:lnTo>
                <a:lnTo>
                  <a:pt x="142875" y="54694"/>
                </a:lnTo>
                <a:lnTo>
                  <a:pt x="0" y="71438"/>
                </a:lnTo>
              </a:path>
            </a:pathLst>
          </a:custGeom>
          <a:noFill xmlns:a="http://schemas.openxmlformats.org/drawingml/2006/main"/>
          <a:ln xmlns:a="http://schemas.openxmlformats.org/drawingml/2006/main" w="30480">
            <a:solidFill>
              <a:srgbClr val="222222"/>
            </a:solidFill>
            <a:prstDash val="solid"/>
          </a:ln>
        </p:spPr>
      </p:sp>
      <p:sp>
        <p:nvSpPr>
          <p:cNvPr id="41" name="backbone-13-14">
            <a:extLst xmlns:a="http://schemas.openxmlformats.org/drawingml/2006/main">
              <a:ext uri="{FF2B5EF4-FFF2-40B4-BE49-F238E27FC236}">
                <a16:creationId xmlns:a16="http://schemas.microsoft.com/office/drawing/2014/main" id="{8CE1D512-7811-4C8E-A25B-FC789C563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310188"/>
            <a:ext cx="2286000" cy="71438"/>
          </a:xfrm>
          <a:custGeom xmlns:a="http://schemas.openxmlformats.org/drawingml/2006/main">
            <a:pathLst>
              <a:path w="2286000" h="71438">
                <a:moveTo>
                  <a:pt x="2286000" y="71438"/>
                </a:moveTo>
                <a:lnTo>
                  <a:pt x="2143125" y="54694"/>
                </a:lnTo>
                <a:lnTo>
                  <a:pt x="2000250" y="40184"/>
                </a:lnTo>
                <a:lnTo>
                  <a:pt x="1857375" y="27905"/>
                </a:lnTo>
                <a:lnTo>
                  <a:pt x="1714500" y="17859"/>
                </a:lnTo>
                <a:lnTo>
                  <a:pt x="1571625" y="10046"/>
                </a:lnTo>
                <a:lnTo>
                  <a:pt x="1428750" y="4465"/>
                </a:lnTo>
                <a:lnTo>
                  <a:pt x="1285875" y="1116"/>
                </a:lnTo>
                <a:lnTo>
                  <a:pt x="1143000" y="0"/>
                </a:lnTo>
                <a:lnTo>
                  <a:pt x="1000125" y="1116"/>
                </a:lnTo>
                <a:lnTo>
                  <a:pt x="857250" y="4465"/>
                </a:lnTo>
                <a:lnTo>
                  <a:pt x="714375" y="10046"/>
                </a:lnTo>
                <a:lnTo>
                  <a:pt x="571500" y="17859"/>
                </a:lnTo>
                <a:lnTo>
                  <a:pt x="428625" y="27905"/>
                </a:lnTo>
                <a:lnTo>
                  <a:pt x="285750" y="40184"/>
                </a:lnTo>
                <a:lnTo>
                  <a:pt x="142875" y="54694"/>
                </a:lnTo>
                <a:lnTo>
                  <a:pt x="0" y="71438"/>
                </a:lnTo>
              </a:path>
            </a:pathLst>
          </a:custGeom>
          <a:noFill xmlns:a="http://schemas.openxmlformats.org/drawingml/2006/main"/>
          <a:ln xmlns:a="http://schemas.openxmlformats.org/drawingml/2006/main" w="30480">
            <a:solidFill>
              <a:srgbClr val="222222"/>
            </a:solidFill>
            <a:prstDash val="solid"/>
          </a:ln>
        </p:spPr>
      </p:sp>
      <p:sp>
        <p:nvSpPr>
          <p:cNvPr id="42" name="backbone-14-15">
            <a:extLst xmlns:a="http://schemas.openxmlformats.org/drawingml/2006/main">
              <a:ext uri="{FF2B5EF4-FFF2-40B4-BE49-F238E27FC236}">
                <a16:creationId xmlns:a16="http://schemas.microsoft.com/office/drawing/2014/main" id="{ADAFDD81-F3EE-41D4-AA6E-876767093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310188"/>
            <a:ext cx="2286000" cy="71438"/>
          </a:xfrm>
          <a:custGeom xmlns:a="http://schemas.openxmlformats.org/drawingml/2006/main">
            <a:pathLst>
              <a:path w="2286000" h="71438">
                <a:moveTo>
                  <a:pt x="2286000" y="71438"/>
                </a:moveTo>
                <a:lnTo>
                  <a:pt x="2143125" y="54694"/>
                </a:lnTo>
                <a:lnTo>
                  <a:pt x="2000250" y="40184"/>
                </a:lnTo>
                <a:lnTo>
                  <a:pt x="1857375" y="27905"/>
                </a:lnTo>
                <a:lnTo>
                  <a:pt x="1714500" y="17859"/>
                </a:lnTo>
                <a:lnTo>
                  <a:pt x="1571625" y="10046"/>
                </a:lnTo>
                <a:lnTo>
                  <a:pt x="1428750" y="4465"/>
                </a:lnTo>
                <a:lnTo>
                  <a:pt x="1285875" y="1116"/>
                </a:lnTo>
                <a:lnTo>
                  <a:pt x="1143000" y="0"/>
                </a:lnTo>
                <a:lnTo>
                  <a:pt x="1000125" y="1116"/>
                </a:lnTo>
                <a:lnTo>
                  <a:pt x="857250" y="4465"/>
                </a:lnTo>
                <a:lnTo>
                  <a:pt x="714375" y="10046"/>
                </a:lnTo>
                <a:lnTo>
                  <a:pt x="571500" y="17859"/>
                </a:lnTo>
                <a:lnTo>
                  <a:pt x="428625" y="27905"/>
                </a:lnTo>
                <a:lnTo>
                  <a:pt x="285750" y="40184"/>
                </a:lnTo>
                <a:lnTo>
                  <a:pt x="142875" y="54694"/>
                </a:lnTo>
                <a:lnTo>
                  <a:pt x="0" y="71438"/>
                </a:lnTo>
              </a:path>
            </a:pathLst>
          </a:custGeom>
          <a:noFill xmlns:a="http://schemas.openxmlformats.org/drawingml/2006/main"/>
          <a:ln xmlns:a="http://schemas.openxmlformats.org/drawingml/2006/main" w="30480">
            <a:solidFill>
              <a:srgbClr val="222222"/>
            </a:solidFill>
            <a:prstDash val="solid"/>
          </a:ln>
        </p:spPr>
      </p:sp>
      <p:sp>
        <p:nvSpPr>
          <p:cNvPr id="43" name="physical-leg-0">
            <a:extLst xmlns:a="http://schemas.openxmlformats.org/drawingml/2006/main">
              <a:ext uri="{FF2B5EF4-FFF2-40B4-BE49-F238E27FC236}">
                <a16:creationId xmlns:a16="http://schemas.microsoft.com/office/drawing/2014/main" id="{37B0E883-A4D6-482E-9CA7-8CBA5C3EB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085850"/>
            <a:ext cx="26670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B7280"/>
            </a:solidFill>
            <a:prstDash val="solid"/>
          </a:ln>
        </p:spPr>
      </p:sp>
      <p:sp>
        <p:nvSpPr>
          <p:cNvPr id="44" name="physical-index-0">
            <a:extLst xmlns:a="http://schemas.openxmlformats.org/drawingml/2006/main">
              <a:ext uri="{FF2B5EF4-FFF2-40B4-BE49-F238E27FC236}">
                <a16:creationId xmlns:a16="http://schemas.microsoft.com/office/drawing/2014/main" id="{1284FB74-C105-463D-90D6-BB3BB121E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0287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6B7280"/>
            </a:solidFill>
            <a:prstDash val="solid"/>
          </a:ln>
        </p:spPr>
      </p:sp>
      <p:sp>
        <p:nvSpPr>
          <p:cNvPr id="45" name="physical-leg-1">
            <a:extLst xmlns:a="http://schemas.openxmlformats.org/drawingml/2006/main">
              <a:ext uri="{FF2B5EF4-FFF2-40B4-BE49-F238E27FC236}">
                <a16:creationId xmlns:a16="http://schemas.microsoft.com/office/drawing/2014/main" id="{6BEF5200-D653-4984-B243-5D68F3722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085850"/>
            <a:ext cx="26670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B7280"/>
            </a:solidFill>
            <a:prstDash val="solid"/>
          </a:ln>
        </p:spPr>
      </p:sp>
      <p:sp>
        <p:nvSpPr>
          <p:cNvPr id="46" name="physical-index-1">
            <a:extLst xmlns:a="http://schemas.openxmlformats.org/drawingml/2006/main">
              <a:ext uri="{FF2B5EF4-FFF2-40B4-BE49-F238E27FC236}">
                <a16:creationId xmlns:a16="http://schemas.microsoft.com/office/drawing/2014/main" id="{84476721-2364-4F1A-8167-BB3D4EC32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0287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6B7280"/>
            </a:solidFill>
            <a:prstDash val="solid"/>
          </a:ln>
        </p:spPr>
      </p:sp>
      <p:sp>
        <p:nvSpPr>
          <p:cNvPr id="47" name="physical-leg-2">
            <a:extLst xmlns:a="http://schemas.openxmlformats.org/drawingml/2006/main">
              <a:ext uri="{FF2B5EF4-FFF2-40B4-BE49-F238E27FC236}">
                <a16:creationId xmlns:a16="http://schemas.microsoft.com/office/drawing/2014/main" id="{F8D59301-0B62-44C0-80A5-EA043617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085850"/>
            <a:ext cx="26670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B7280"/>
            </a:solidFill>
            <a:prstDash val="solid"/>
          </a:ln>
        </p:spPr>
      </p:sp>
      <p:sp>
        <p:nvSpPr>
          <p:cNvPr id="48" name="physical-index-2">
            <a:extLst xmlns:a="http://schemas.openxmlformats.org/drawingml/2006/main">
              <a:ext uri="{FF2B5EF4-FFF2-40B4-BE49-F238E27FC236}">
                <a16:creationId xmlns:a16="http://schemas.microsoft.com/office/drawing/2014/main" id="{33205C71-7CD7-45E7-A709-6206F69CC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0287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6B7280"/>
            </a:solidFill>
            <a:prstDash val="solid"/>
          </a:ln>
        </p:spPr>
      </p:sp>
      <p:sp>
        <p:nvSpPr>
          <p:cNvPr id="49" name="physical-leg-3">
            <a:extLst xmlns:a="http://schemas.openxmlformats.org/drawingml/2006/main">
              <a:ext uri="{FF2B5EF4-FFF2-40B4-BE49-F238E27FC236}">
                <a16:creationId xmlns:a16="http://schemas.microsoft.com/office/drawing/2014/main" id="{CC6D3EB7-54CE-442A-9F5A-6234B178A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085850"/>
            <a:ext cx="26670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B7280"/>
            </a:solidFill>
            <a:prstDash val="solid"/>
          </a:ln>
        </p:spPr>
      </p:sp>
      <p:sp>
        <p:nvSpPr>
          <p:cNvPr id="50" name="physical-index-3">
            <a:extLst xmlns:a="http://schemas.openxmlformats.org/drawingml/2006/main">
              <a:ext uri="{FF2B5EF4-FFF2-40B4-BE49-F238E27FC236}">
                <a16:creationId xmlns:a16="http://schemas.microsoft.com/office/drawing/2014/main" id="{4C792C6C-3B24-4F2A-9A4F-5C6084838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0287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6B7280"/>
            </a:solidFill>
            <a:prstDash val="solid"/>
          </a:ln>
        </p:spPr>
      </p:sp>
      <p:sp>
        <p:nvSpPr>
          <p:cNvPr id="51" name="physical-leg-4">
            <a:extLst xmlns:a="http://schemas.openxmlformats.org/drawingml/2006/main">
              <a:ext uri="{FF2B5EF4-FFF2-40B4-BE49-F238E27FC236}">
                <a16:creationId xmlns:a16="http://schemas.microsoft.com/office/drawing/2014/main" id="{7F008C3C-446B-40C9-9613-AE3FBCBB3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324100"/>
            <a:ext cx="26670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B7280"/>
            </a:solidFill>
            <a:prstDash val="solid"/>
          </a:ln>
        </p:spPr>
      </p:sp>
      <p:sp>
        <p:nvSpPr>
          <p:cNvPr id="52" name="physical-index-4">
            <a:extLst xmlns:a="http://schemas.openxmlformats.org/drawingml/2006/main">
              <a:ext uri="{FF2B5EF4-FFF2-40B4-BE49-F238E27FC236}">
                <a16:creationId xmlns:a16="http://schemas.microsoft.com/office/drawing/2014/main" id="{02973C54-C3E4-43C1-B69B-FF6778627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2669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6B7280"/>
            </a:solidFill>
            <a:prstDash val="solid"/>
          </a:ln>
        </p:spPr>
      </p:sp>
      <p:sp>
        <p:nvSpPr>
          <p:cNvPr id="53" name="physical-leg-5">
            <a:extLst xmlns:a="http://schemas.openxmlformats.org/drawingml/2006/main">
              <a:ext uri="{FF2B5EF4-FFF2-40B4-BE49-F238E27FC236}">
                <a16:creationId xmlns:a16="http://schemas.microsoft.com/office/drawing/2014/main" id="{C9920B75-8AD5-4ED5-8973-984BF8C26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324100"/>
            <a:ext cx="26670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B7280"/>
            </a:solidFill>
            <a:prstDash val="solid"/>
          </a:ln>
        </p:spPr>
      </p:sp>
      <p:sp>
        <p:nvSpPr>
          <p:cNvPr id="54" name="physical-index-5">
            <a:extLst xmlns:a="http://schemas.openxmlformats.org/drawingml/2006/main">
              <a:ext uri="{FF2B5EF4-FFF2-40B4-BE49-F238E27FC236}">
                <a16:creationId xmlns:a16="http://schemas.microsoft.com/office/drawing/2014/main" id="{FF71AA7F-53F1-43E9-BD0A-0C0F11FF8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2669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6B7280"/>
            </a:solidFill>
            <a:prstDash val="solid"/>
          </a:ln>
        </p:spPr>
      </p:sp>
      <p:sp>
        <p:nvSpPr>
          <p:cNvPr id="55" name="physical-leg-6">
            <a:extLst xmlns:a="http://schemas.openxmlformats.org/drawingml/2006/main">
              <a:ext uri="{FF2B5EF4-FFF2-40B4-BE49-F238E27FC236}">
                <a16:creationId xmlns:a16="http://schemas.microsoft.com/office/drawing/2014/main" id="{D9D52BB0-5761-404E-BB01-232D918DA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24100"/>
            <a:ext cx="26670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B7280"/>
            </a:solidFill>
            <a:prstDash val="solid"/>
          </a:ln>
        </p:spPr>
      </p:sp>
      <p:sp>
        <p:nvSpPr>
          <p:cNvPr id="56" name="physical-index-6">
            <a:extLst xmlns:a="http://schemas.openxmlformats.org/drawingml/2006/main">
              <a:ext uri="{FF2B5EF4-FFF2-40B4-BE49-F238E27FC236}">
                <a16:creationId xmlns:a16="http://schemas.microsoft.com/office/drawing/2014/main" id="{479162CD-CB7A-4EFC-B460-7337DB864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669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6B7280"/>
            </a:solidFill>
            <a:prstDash val="solid"/>
          </a:ln>
        </p:spPr>
      </p:sp>
      <p:sp>
        <p:nvSpPr>
          <p:cNvPr id="57" name="physical-leg-7">
            <a:extLst xmlns:a="http://schemas.openxmlformats.org/drawingml/2006/main">
              <a:ext uri="{FF2B5EF4-FFF2-40B4-BE49-F238E27FC236}">
                <a16:creationId xmlns:a16="http://schemas.microsoft.com/office/drawing/2014/main" id="{558EF938-2A1F-47A7-97CD-78BEB7BA4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324100"/>
            <a:ext cx="26670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B7280"/>
            </a:solidFill>
            <a:prstDash val="solid"/>
          </a:ln>
        </p:spPr>
      </p:sp>
      <p:sp>
        <p:nvSpPr>
          <p:cNvPr id="58" name="physical-index-7">
            <a:extLst xmlns:a="http://schemas.openxmlformats.org/drawingml/2006/main">
              <a:ext uri="{FF2B5EF4-FFF2-40B4-BE49-F238E27FC236}">
                <a16:creationId xmlns:a16="http://schemas.microsoft.com/office/drawing/2014/main" id="{3F7C4E70-B06A-442F-BBC8-FA97A5BB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2669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6B7280"/>
            </a:solidFill>
            <a:prstDash val="solid"/>
          </a:ln>
        </p:spPr>
      </p:sp>
      <p:sp>
        <p:nvSpPr>
          <p:cNvPr id="59" name="physical-leg-8">
            <a:extLst xmlns:a="http://schemas.openxmlformats.org/drawingml/2006/main">
              <a:ext uri="{FF2B5EF4-FFF2-40B4-BE49-F238E27FC236}">
                <a16:creationId xmlns:a16="http://schemas.microsoft.com/office/drawing/2014/main" id="{33E6CAFD-6138-47AA-AC09-2D80BAD3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562350"/>
            <a:ext cx="26670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B7280"/>
            </a:solidFill>
            <a:prstDash val="solid"/>
          </a:ln>
        </p:spPr>
      </p:sp>
      <p:sp>
        <p:nvSpPr>
          <p:cNvPr id="60" name="physical-index-8">
            <a:extLst xmlns:a="http://schemas.openxmlformats.org/drawingml/2006/main">
              <a:ext uri="{FF2B5EF4-FFF2-40B4-BE49-F238E27FC236}">
                <a16:creationId xmlns:a16="http://schemas.microsoft.com/office/drawing/2014/main" id="{E72B56F6-D642-457D-908A-7EB72DA8D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5052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6B7280"/>
            </a:solidFill>
            <a:prstDash val="solid"/>
          </a:ln>
        </p:spPr>
      </p:sp>
      <p:sp>
        <p:nvSpPr>
          <p:cNvPr id="61" name="physical-leg-9">
            <a:extLst xmlns:a="http://schemas.openxmlformats.org/drawingml/2006/main">
              <a:ext uri="{FF2B5EF4-FFF2-40B4-BE49-F238E27FC236}">
                <a16:creationId xmlns:a16="http://schemas.microsoft.com/office/drawing/2014/main" id="{DCA8D8AF-CDAE-4C8F-8F42-F13F775B0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62350"/>
            <a:ext cx="26670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B7280"/>
            </a:solidFill>
            <a:prstDash val="solid"/>
          </a:ln>
        </p:spPr>
      </p:sp>
      <p:sp>
        <p:nvSpPr>
          <p:cNvPr id="62" name="physical-index-9">
            <a:extLst xmlns:a="http://schemas.openxmlformats.org/drawingml/2006/main">
              <a:ext uri="{FF2B5EF4-FFF2-40B4-BE49-F238E27FC236}">
                <a16:creationId xmlns:a16="http://schemas.microsoft.com/office/drawing/2014/main" id="{70FBDDE8-DB3E-41C5-AED2-45A736CB9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5052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6B7280"/>
            </a:solidFill>
            <a:prstDash val="solid"/>
          </a:ln>
        </p:spPr>
      </p:sp>
      <p:sp>
        <p:nvSpPr>
          <p:cNvPr id="63" name="physical-leg-10">
            <a:extLst xmlns:a="http://schemas.openxmlformats.org/drawingml/2006/main">
              <a:ext uri="{FF2B5EF4-FFF2-40B4-BE49-F238E27FC236}">
                <a16:creationId xmlns:a16="http://schemas.microsoft.com/office/drawing/2014/main" id="{0F21F9FD-CE6B-413D-BD2A-589CF5B4C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562350"/>
            <a:ext cx="26670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B7280"/>
            </a:solidFill>
            <a:prstDash val="solid"/>
          </a:ln>
        </p:spPr>
      </p:sp>
      <p:sp>
        <p:nvSpPr>
          <p:cNvPr id="64" name="physical-index-10">
            <a:extLst xmlns:a="http://schemas.openxmlformats.org/drawingml/2006/main">
              <a:ext uri="{FF2B5EF4-FFF2-40B4-BE49-F238E27FC236}">
                <a16:creationId xmlns:a16="http://schemas.microsoft.com/office/drawing/2014/main" id="{37F4399D-6FFA-4BE0-BD9C-F54411D68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5052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6B7280"/>
            </a:solidFill>
            <a:prstDash val="solid"/>
          </a:ln>
        </p:spPr>
      </p:sp>
      <p:sp>
        <p:nvSpPr>
          <p:cNvPr id="65" name="physical-leg-11">
            <a:extLst xmlns:a="http://schemas.openxmlformats.org/drawingml/2006/main">
              <a:ext uri="{FF2B5EF4-FFF2-40B4-BE49-F238E27FC236}">
                <a16:creationId xmlns:a16="http://schemas.microsoft.com/office/drawing/2014/main" id="{9E35FF1E-315A-4450-AF7B-7E9BDF973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562350"/>
            <a:ext cx="26670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B7280"/>
            </a:solidFill>
            <a:prstDash val="solid"/>
          </a:ln>
        </p:spPr>
      </p:sp>
      <p:sp>
        <p:nvSpPr>
          <p:cNvPr id="66" name="physical-index-11">
            <a:extLst xmlns:a="http://schemas.openxmlformats.org/drawingml/2006/main">
              <a:ext uri="{FF2B5EF4-FFF2-40B4-BE49-F238E27FC236}">
                <a16:creationId xmlns:a16="http://schemas.microsoft.com/office/drawing/2014/main" id="{08631518-8B81-4225-86C0-8F42BEA86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5052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6B7280"/>
            </a:solidFill>
            <a:prstDash val="solid"/>
          </a:ln>
        </p:spPr>
      </p:sp>
      <p:sp>
        <p:nvSpPr>
          <p:cNvPr id="67" name="physical-leg-12">
            <a:extLst xmlns:a="http://schemas.openxmlformats.org/drawingml/2006/main">
              <a:ext uri="{FF2B5EF4-FFF2-40B4-BE49-F238E27FC236}">
                <a16:creationId xmlns:a16="http://schemas.microsoft.com/office/drawing/2014/main" id="{FF5DA181-836D-4A1F-8F22-9D3408391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800600"/>
            <a:ext cx="26670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B7280"/>
            </a:solidFill>
            <a:prstDash val="solid"/>
          </a:ln>
        </p:spPr>
      </p:sp>
      <p:sp>
        <p:nvSpPr>
          <p:cNvPr id="68" name="physical-index-12">
            <a:extLst xmlns:a="http://schemas.openxmlformats.org/drawingml/2006/main">
              <a:ext uri="{FF2B5EF4-FFF2-40B4-BE49-F238E27FC236}">
                <a16:creationId xmlns:a16="http://schemas.microsoft.com/office/drawing/2014/main" id="{CA70010F-9F21-4CAF-9DF5-9D071450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7434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6B7280"/>
            </a:solidFill>
            <a:prstDash val="solid"/>
          </a:ln>
        </p:spPr>
      </p:sp>
      <p:sp>
        <p:nvSpPr>
          <p:cNvPr id="69" name="physical-leg-13">
            <a:extLst xmlns:a="http://schemas.openxmlformats.org/drawingml/2006/main">
              <a:ext uri="{FF2B5EF4-FFF2-40B4-BE49-F238E27FC236}">
                <a16:creationId xmlns:a16="http://schemas.microsoft.com/office/drawing/2014/main" id="{E03CA900-9BD5-4FCE-86B6-3ABA0AA1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00600"/>
            <a:ext cx="26670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B7280"/>
            </a:solidFill>
            <a:prstDash val="solid"/>
          </a:ln>
        </p:spPr>
      </p:sp>
      <p:sp>
        <p:nvSpPr>
          <p:cNvPr id="70" name="physical-index-13">
            <a:extLst xmlns:a="http://schemas.openxmlformats.org/drawingml/2006/main">
              <a:ext uri="{FF2B5EF4-FFF2-40B4-BE49-F238E27FC236}">
                <a16:creationId xmlns:a16="http://schemas.microsoft.com/office/drawing/2014/main" id="{BF445A76-9276-486B-BC5A-8D31AC978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7434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6B7280"/>
            </a:solidFill>
            <a:prstDash val="solid"/>
          </a:ln>
        </p:spPr>
      </p:sp>
      <p:sp>
        <p:nvSpPr>
          <p:cNvPr id="71" name="physical-leg-14">
            <a:extLst xmlns:a="http://schemas.openxmlformats.org/drawingml/2006/main">
              <a:ext uri="{FF2B5EF4-FFF2-40B4-BE49-F238E27FC236}">
                <a16:creationId xmlns:a16="http://schemas.microsoft.com/office/drawing/2014/main" id="{125ED733-13DF-40D0-B02A-A0AA3DFCC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800600"/>
            <a:ext cx="26670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B7280"/>
            </a:solidFill>
            <a:prstDash val="solid"/>
          </a:ln>
        </p:spPr>
      </p:sp>
      <p:sp>
        <p:nvSpPr>
          <p:cNvPr id="72" name="physical-index-14">
            <a:extLst xmlns:a="http://schemas.openxmlformats.org/drawingml/2006/main">
              <a:ext uri="{FF2B5EF4-FFF2-40B4-BE49-F238E27FC236}">
                <a16:creationId xmlns:a16="http://schemas.microsoft.com/office/drawing/2014/main" id="{7FEF01A0-DF70-4434-ADB1-12E6412D4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7434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6B7280"/>
            </a:solidFill>
            <a:prstDash val="solid"/>
          </a:ln>
        </p:spPr>
      </p:sp>
      <p:sp>
        <p:nvSpPr>
          <p:cNvPr id="73" name="physical-leg-15">
            <a:extLst xmlns:a="http://schemas.openxmlformats.org/drawingml/2006/main">
              <a:ext uri="{FF2B5EF4-FFF2-40B4-BE49-F238E27FC236}">
                <a16:creationId xmlns:a16="http://schemas.microsoft.com/office/drawing/2014/main" id="{C73BB81C-E8AA-4A8E-AC15-8E09C413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800600"/>
            <a:ext cx="26670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B7280"/>
            </a:solidFill>
            <a:prstDash val="solid"/>
          </a:ln>
        </p:spPr>
      </p:sp>
      <p:sp>
        <p:nvSpPr>
          <p:cNvPr id="74" name="physical-index-15">
            <a:extLst xmlns:a="http://schemas.openxmlformats.org/drawingml/2006/main">
              <a:ext uri="{FF2B5EF4-FFF2-40B4-BE49-F238E27FC236}">
                <a16:creationId xmlns:a16="http://schemas.microsoft.com/office/drawing/2014/main" id="{5634B542-DDF8-4E8D-BCD9-5623E02BC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7434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6B7280"/>
            </a:solidFill>
            <a:prstDash val="solid"/>
          </a:ln>
        </p:spPr>
      </p:sp>
      <p:sp>
        <p:nvSpPr>
          <p:cNvPr id="75" name="tensor-0">
            <a:extLst xmlns:a="http://schemas.openxmlformats.org/drawingml/2006/main">
              <a:ext uri="{FF2B5EF4-FFF2-40B4-BE49-F238E27FC236}">
                <a16:creationId xmlns:a16="http://schemas.microsoft.com/office/drawing/2014/main" id="{F1819DC2-19F9-4D3F-A028-21DFBFC93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381125"/>
            <a:ext cx="952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24765">
            <a:solidFill>
              <a:srgbClr val="222222"/>
            </a:solidFill>
            <a:prstDash val="solid"/>
          </a:ln>
        </p:spPr>
      </p:sp>
      <p:sp>
        <p:nvSpPr>
          <p:cNvPr id="76" name="tensor-A-0">
            <a:extLst xmlns:a="http://schemas.openxmlformats.org/drawingml/2006/main">
              <a:ext uri="{FF2B5EF4-FFF2-40B4-BE49-F238E27FC236}">
                <a16:creationId xmlns:a16="http://schemas.microsoft.com/office/drawing/2014/main" id="{B3AE72A0-C921-4DF6-A185-CACD8E221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14763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2550" b="0" i="1">
                <a:solidFill>
                  <a:srgbClr val="222222"/>
                </a:solidFill>
                <a:latin typeface="Georgia"/>
                <a:ea typeface="Georgia"/>
                <a:cs typeface="Georgia"/>
              </a:defRPr>
            </a:pPr>
            <a:r>
              <a:rPr sz="2550" b="0" i="1">
                <a:solidFill>
                  <a:srgbClr val="222222"/>
                </a:solidFill>
                <a:latin typeface="Georgia"/>
                <a:ea typeface="Georgia"/>
                <a:cs typeface="Georgia"/>
              </a:rPr>
              <a:t>A</a:t>
            </a:r>
          </a:p>
        </p:txBody>
      </p:sp>
      <p:sp>
        <p:nvSpPr>
          <p:cNvPr id="77" name="tensor-index-0">
            <a:extLst xmlns:a="http://schemas.openxmlformats.org/drawingml/2006/main">
              <a:ext uri="{FF2B5EF4-FFF2-40B4-BE49-F238E27FC236}">
                <a16:creationId xmlns:a16="http://schemas.microsoft.com/office/drawing/2014/main" id="{B2B01AB3-42F3-498C-97F7-A0C99583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4478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22222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222222"/>
                </a:solidFill>
                <a:latin typeface="Georgia"/>
                <a:ea typeface="Georgia"/>
                <a:cs typeface="Georgia"/>
              </a:rPr>
              <a:t>[0]</a:t>
            </a:r>
          </a:p>
        </p:txBody>
      </p:sp>
      <p:sp>
        <p:nvSpPr>
          <p:cNvPr id="78" name="tensor-1">
            <a:extLst xmlns:a="http://schemas.openxmlformats.org/drawingml/2006/main">
              <a:ext uri="{FF2B5EF4-FFF2-40B4-BE49-F238E27FC236}">
                <a16:creationId xmlns:a16="http://schemas.microsoft.com/office/drawing/2014/main" id="{C737917E-4F11-408B-95CC-879C8E50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381125"/>
            <a:ext cx="952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24765">
            <a:solidFill>
              <a:srgbClr val="222222"/>
            </a:solidFill>
            <a:prstDash val="solid"/>
          </a:ln>
        </p:spPr>
      </p:sp>
      <p:sp>
        <p:nvSpPr>
          <p:cNvPr id="79" name="tensor-A-1">
            <a:extLst xmlns:a="http://schemas.openxmlformats.org/drawingml/2006/main">
              <a:ext uri="{FF2B5EF4-FFF2-40B4-BE49-F238E27FC236}">
                <a16:creationId xmlns:a16="http://schemas.microsoft.com/office/drawing/2014/main" id="{77654635-DF91-452A-8257-F372246D6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14763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2550" b="0" i="1">
                <a:solidFill>
                  <a:srgbClr val="222222"/>
                </a:solidFill>
                <a:latin typeface="Georgia"/>
                <a:ea typeface="Georgia"/>
                <a:cs typeface="Georgia"/>
              </a:defRPr>
            </a:pPr>
            <a:r>
              <a:rPr sz="2550" b="0" i="1">
                <a:solidFill>
                  <a:srgbClr val="222222"/>
                </a:solidFill>
                <a:latin typeface="Georgia"/>
                <a:ea typeface="Georgia"/>
                <a:cs typeface="Georgia"/>
              </a:rPr>
              <a:t>A</a:t>
            </a:r>
          </a:p>
        </p:txBody>
      </p:sp>
      <p:sp>
        <p:nvSpPr>
          <p:cNvPr id="80" name="tensor-index-1">
            <a:extLst xmlns:a="http://schemas.openxmlformats.org/drawingml/2006/main">
              <a:ext uri="{FF2B5EF4-FFF2-40B4-BE49-F238E27FC236}">
                <a16:creationId xmlns:a16="http://schemas.microsoft.com/office/drawing/2014/main" id="{688A4208-34BE-41AE-BF96-CBFAD4623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4478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22222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222222"/>
                </a:solidFill>
                <a:latin typeface="Georgia"/>
                <a:ea typeface="Georgia"/>
                <a:cs typeface="Georgia"/>
              </a:rPr>
              <a:t>[1]</a:t>
            </a:r>
          </a:p>
        </p:txBody>
      </p:sp>
      <p:sp>
        <p:nvSpPr>
          <p:cNvPr id="81" name="tensor-2">
            <a:extLst xmlns:a="http://schemas.openxmlformats.org/drawingml/2006/main">
              <a:ext uri="{FF2B5EF4-FFF2-40B4-BE49-F238E27FC236}">
                <a16:creationId xmlns:a16="http://schemas.microsoft.com/office/drawing/2014/main" id="{FC406016-0683-499E-AD7F-3F999243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381125"/>
            <a:ext cx="952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24765">
            <a:solidFill>
              <a:srgbClr val="222222"/>
            </a:solidFill>
            <a:prstDash val="solid"/>
          </a:ln>
        </p:spPr>
      </p:sp>
      <p:sp>
        <p:nvSpPr>
          <p:cNvPr id="82" name="tensor-A-2">
            <a:extLst xmlns:a="http://schemas.openxmlformats.org/drawingml/2006/main">
              <a:ext uri="{FF2B5EF4-FFF2-40B4-BE49-F238E27FC236}">
                <a16:creationId xmlns:a16="http://schemas.microsoft.com/office/drawing/2014/main" id="{456693C3-0F89-4ADE-8679-8A140637A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4763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2550" b="0" i="1">
                <a:solidFill>
                  <a:srgbClr val="222222"/>
                </a:solidFill>
                <a:latin typeface="Georgia"/>
                <a:ea typeface="Georgia"/>
                <a:cs typeface="Georgia"/>
              </a:defRPr>
            </a:pPr>
            <a:r>
              <a:rPr sz="2550" b="0" i="1">
                <a:solidFill>
                  <a:srgbClr val="222222"/>
                </a:solidFill>
                <a:latin typeface="Georgia"/>
                <a:ea typeface="Georgia"/>
                <a:cs typeface="Georgia"/>
              </a:rPr>
              <a:t>A</a:t>
            </a:r>
          </a:p>
        </p:txBody>
      </p:sp>
      <p:sp>
        <p:nvSpPr>
          <p:cNvPr id="83" name="tensor-index-2">
            <a:extLst xmlns:a="http://schemas.openxmlformats.org/drawingml/2006/main">
              <a:ext uri="{FF2B5EF4-FFF2-40B4-BE49-F238E27FC236}">
                <a16:creationId xmlns:a16="http://schemas.microsoft.com/office/drawing/2014/main" id="{7D868BCD-0373-4E61-BF34-ADFB5C0EA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4478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22222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222222"/>
                </a:solidFill>
                <a:latin typeface="Georgia"/>
                <a:ea typeface="Georgia"/>
                <a:cs typeface="Georgia"/>
              </a:rPr>
              <a:t>[2]</a:t>
            </a:r>
          </a:p>
        </p:txBody>
      </p:sp>
      <p:sp>
        <p:nvSpPr>
          <p:cNvPr id="84" name="tensor-3">
            <a:extLst xmlns:a="http://schemas.openxmlformats.org/drawingml/2006/main">
              <a:ext uri="{FF2B5EF4-FFF2-40B4-BE49-F238E27FC236}">
                <a16:creationId xmlns:a16="http://schemas.microsoft.com/office/drawing/2014/main" id="{219FD00E-48B5-4676-B9D3-56FE3A047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381125"/>
            <a:ext cx="952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24765">
            <a:solidFill>
              <a:srgbClr val="222222"/>
            </a:solidFill>
            <a:prstDash val="solid"/>
          </a:ln>
        </p:spPr>
      </p:sp>
      <p:sp>
        <p:nvSpPr>
          <p:cNvPr id="85" name="tensor-A-3">
            <a:extLst xmlns:a="http://schemas.openxmlformats.org/drawingml/2006/main">
              <a:ext uri="{FF2B5EF4-FFF2-40B4-BE49-F238E27FC236}">
                <a16:creationId xmlns:a16="http://schemas.microsoft.com/office/drawing/2014/main" id="{139E6521-A566-4487-BE8E-6079BE824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4763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2550" b="0" i="1">
                <a:solidFill>
                  <a:srgbClr val="222222"/>
                </a:solidFill>
                <a:latin typeface="Georgia"/>
                <a:ea typeface="Georgia"/>
                <a:cs typeface="Georgia"/>
              </a:defRPr>
            </a:pPr>
            <a:r>
              <a:rPr sz="2550" b="0" i="1">
                <a:solidFill>
                  <a:srgbClr val="222222"/>
                </a:solidFill>
                <a:latin typeface="Georgia"/>
                <a:ea typeface="Georgia"/>
                <a:cs typeface="Georgia"/>
              </a:rPr>
              <a:t>A</a:t>
            </a:r>
          </a:p>
        </p:txBody>
      </p:sp>
      <p:sp>
        <p:nvSpPr>
          <p:cNvPr id="86" name="tensor-index-3">
            <a:extLst xmlns:a="http://schemas.openxmlformats.org/drawingml/2006/main">
              <a:ext uri="{FF2B5EF4-FFF2-40B4-BE49-F238E27FC236}">
                <a16:creationId xmlns:a16="http://schemas.microsoft.com/office/drawing/2014/main" id="{BF77A903-5EF6-4A3D-AEC7-54D3FA011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4478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22222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222222"/>
                </a:solidFill>
                <a:latin typeface="Georgia"/>
                <a:ea typeface="Georgia"/>
                <a:cs typeface="Georgia"/>
              </a:rPr>
              <a:t>[3]</a:t>
            </a:r>
          </a:p>
        </p:txBody>
      </p:sp>
      <p:sp>
        <p:nvSpPr>
          <p:cNvPr id="87" name="tensor-4">
            <a:extLst xmlns:a="http://schemas.openxmlformats.org/drawingml/2006/main">
              <a:ext uri="{FF2B5EF4-FFF2-40B4-BE49-F238E27FC236}">
                <a16:creationId xmlns:a16="http://schemas.microsoft.com/office/drawing/2014/main" id="{5856C599-60D9-4DC6-BDA7-4133940FD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19375"/>
            <a:ext cx="952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24765">
            <a:solidFill>
              <a:srgbClr val="222222"/>
            </a:solidFill>
            <a:prstDash val="solid"/>
          </a:ln>
        </p:spPr>
      </p:sp>
      <p:sp>
        <p:nvSpPr>
          <p:cNvPr id="88" name="tensor-A-4">
            <a:extLst xmlns:a="http://schemas.openxmlformats.org/drawingml/2006/main">
              <a:ext uri="{FF2B5EF4-FFF2-40B4-BE49-F238E27FC236}">
                <a16:creationId xmlns:a16="http://schemas.microsoft.com/office/drawing/2014/main" id="{E92EA48E-056F-4EE8-9989-20F4F4AF4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7146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2550" b="0" i="1">
                <a:solidFill>
                  <a:srgbClr val="222222"/>
                </a:solidFill>
                <a:latin typeface="Georgia"/>
                <a:ea typeface="Georgia"/>
                <a:cs typeface="Georgia"/>
              </a:defRPr>
            </a:pPr>
            <a:r>
              <a:rPr sz="2550" b="0" i="1">
                <a:solidFill>
                  <a:srgbClr val="222222"/>
                </a:solidFill>
                <a:latin typeface="Georgia"/>
                <a:ea typeface="Georgia"/>
                <a:cs typeface="Georgia"/>
              </a:rPr>
              <a:t>A</a:t>
            </a:r>
          </a:p>
        </p:txBody>
      </p:sp>
      <p:sp>
        <p:nvSpPr>
          <p:cNvPr id="89" name="tensor-index-4">
            <a:extLst xmlns:a="http://schemas.openxmlformats.org/drawingml/2006/main">
              <a:ext uri="{FF2B5EF4-FFF2-40B4-BE49-F238E27FC236}">
                <a16:creationId xmlns:a16="http://schemas.microsoft.com/office/drawing/2014/main" id="{F7B80CFF-FA9C-454A-9646-DFBE82B5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6860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22222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222222"/>
                </a:solidFill>
                <a:latin typeface="Georgia"/>
                <a:ea typeface="Georgia"/>
                <a:cs typeface="Georgia"/>
              </a:rPr>
              <a:t>[4]</a:t>
            </a:r>
          </a:p>
        </p:txBody>
      </p:sp>
      <p:sp>
        <p:nvSpPr>
          <p:cNvPr id="90" name="tensor-5">
            <a:extLst xmlns:a="http://schemas.openxmlformats.org/drawingml/2006/main">
              <a:ext uri="{FF2B5EF4-FFF2-40B4-BE49-F238E27FC236}">
                <a16:creationId xmlns:a16="http://schemas.microsoft.com/office/drawing/2014/main" id="{B6CA9339-4A0A-44B1-AC42-D86080DD6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19375"/>
            <a:ext cx="952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24765">
            <a:solidFill>
              <a:srgbClr val="222222"/>
            </a:solidFill>
            <a:prstDash val="solid"/>
          </a:ln>
        </p:spPr>
      </p:sp>
      <p:sp>
        <p:nvSpPr>
          <p:cNvPr id="91" name="tensor-A-5">
            <a:extLst xmlns:a="http://schemas.openxmlformats.org/drawingml/2006/main">
              <a:ext uri="{FF2B5EF4-FFF2-40B4-BE49-F238E27FC236}">
                <a16:creationId xmlns:a16="http://schemas.microsoft.com/office/drawing/2014/main" id="{DF91CCBB-1FBD-471D-B649-7D4EDF079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7146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2550" b="0" i="1">
                <a:solidFill>
                  <a:srgbClr val="222222"/>
                </a:solidFill>
                <a:latin typeface="Georgia"/>
                <a:ea typeface="Georgia"/>
                <a:cs typeface="Georgia"/>
              </a:defRPr>
            </a:pPr>
            <a:r>
              <a:rPr sz="2550" b="0" i="1">
                <a:solidFill>
                  <a:srgbClr val="222222"/>
                </a:solidFill>
                <a:latin typeface="Georgia"/>
                <a:ea typeface="Georgia"/>
                <a:cs typeface="Georgia"/>
              </a:rPr>
              <a:t>A</a:t>
            </a:r>
          </a:p>
        </p:txBody>
      </p:sp>
      <p:sp>
        <p:nvSpPr>
          <p:cNvPr id="92" name="tensor-index-5">
            <a:extLst xmlns:a="http://schemas.openxmlformats.org/drawingml/2006/main">
              <a:ext uri="{FF2B5EF4-FFF2-40B4-BE49-F238E27FC236}">
                <a16:creationId xmlns:a16="http://schemas.microsoft.com/office/drawing/2014/main" id="{3B1056A5-759C-4137-85DD-99E58C308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6860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22222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222222"/>
                </a:solidFill>
                <a:latin typeface="Georgia"/>
                <a:ea typeface="Georgia"/>
                <a:cs typeface="Georgia"/>
              </a:rPr>
              <a:t>[5]</a:t>
            </a:r>
          </a:p>
        </p:txBody>
      </p:sp>
      <p:sp>
        <p:nvSpPr>
          <p:cNvPr id="93" name="tensor-6">
            <a:extLst xmlns:a="http://schemas.openxmlformats.org/drawingml/2006/main">
              <a:ext uri="{FF2B5EF4-FFF2-40B4-BE49-F238E27FC236}">
                <a16:creationId xmlns:a16="http://schemas.microsoft.com/office/drawing/2014/main" id="{9697D9A9-031D-4115-854A-7AE55D0E2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19375"/>
            <a:ext cx="952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24765">
            <a:solidFill>
              <a:srgbClr val="222222"/>
            </a:solidFill>
            <a:prstDash val="solid"/>
          </a:ln>
        </p:spPr>
      </p:sp>
      <p:sp>
        <p:nvSpPr>
          <p:cNvPr id="94" name="tensor-A-6">
            <a:extLst xmlns:a="http://schemas.openxmlformats.org/drawingml/2006/main">
              <a:ext uri="{FF2B5EF4-FFF2-40B4-BE49-F238E27FC236}">
                <a16:creationId xmlns:a16="http://schemas.microsoft.com/office/drawing/2014/main" id="{0FDFD1D8-FD93-4A08-830F-3082963E8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7146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2550" b="0" i="1">
                <a:solidFill>
                  <a:srgbClr val="222222"/>
                </a:solidFill>
                <a:latin typeface="Georgia"/>
                <a:ea typeface="Georgia"/>
                <a:cs typeface="Georgia"/>
              </a:defRPr>
            </a:pPr>
            <a:r>
              <a:rPr sz="2550" b="0" i="1">
                <a:solidFill>
                  <a:srgbClr val="222222"/>
                </a:solidFill>
                <a:latin typeface="Georgia"/>
                <a:ea typeface="Georgia"/>
                <a:cs typeface="Georgia"/>
              </a:rPr>
              <a:t>A</a:t>
            </a:r>
          </a:p>
        </p:txBody>
      </p:sp>
      <p:sp>
        <p:nvSpPr>
          <p:cNvPr id="95" name="tensor-index-6">
            <a:extLst xmlns:a="http://schemas.openxmlformats.org/drawingml/2006/main">
              <a:ext uri="{FF2B5EF4-FFF2-40B4-BE49-F238E27FC236}">
                <a16:creationId xmlns:a16="http://schemas.microsoft.com/office/drawing/2014/main" id="{53BF43D5-AD15-4A6D-90FB-EDBC82498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860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22222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222222"/>
                </a:solidFill>
                <a:latin typeface="Georgia"/>
                <a:ea typeface="Georgia"/>
                <a:cs typeface="Georgia"/>
              </a:rPr>
              <a:t>[6]</a:t>
            </a:r>
          </a:p>
        </p:txBody>
      </p:sp>
      <p:sp>
        <p:nvSpPr>
          <p:cNvPr id="96" name="tensor-7">
            <a:extLst xmlns:a="http://schemas.openxmlformats.org/drawingml/2006/main">
              <a:ext uri="{FF2B5EF4-FFF2-40B4-BE49-F238E27FC236}">
                <a16:creationId xmlns:a16="http://schemas.microsoft.com/office/drawing/2014/main" id="{9156B4DB-AC26-491B-865D-A2FD12904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19375"/>
            <a:ext cx="952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24765">
            <a:solidFill>
              <a:srgbClr val="222222"/>
            </a:solidFill>
            <a:prstDash val="solid"/>
          </a:ln>
        </p:spPr>
      </p:sp>
      <p:sp>
        <p:nvSpPr>
          <p:cNvPr id="97" name="tensor-A-7">
            <a:extLst xmlns:a="http://schemas.openxmlformats.org/drawingml/2006/main">
              <a:ext uri="{FF2B5EF4-FFF2-40B4-BE49-F238E27FC236}">
                <a16:creationId xmlns:a16="http://schemas.microsoft.com/office/drawing/2014/main" id="{212558C5-460D-46C3-B602-BA580BC75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27146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2550" b="0" i="1">
                <a:solidFill>
                  <a:srgbClr val="222222"/>
                </a:solidFill>
                <a:latin typeface="Georgia"/>
                <a:ea typeface="Georgia"/>
                <a:cs typeface="Georgia"/>
              </a:defRPr>
            </a:pPr>
            <a:r>
              <a:rPr sz="2550" b="0" i="1">
                <a:solidFill>
                  <a:srgbClr val="222222"/>
                </a:solidFill>
                <a:latin typeface="Georgia"/>
                <a:ea typeface="Georgia"/>
                <a:cs typeface="Georgia"/>
              </a:rPr>
              <a:t>A</a:t>
            </a:r>
          </a:p>
        </p:txBody>
      </p:sp>
      <p:sp>
        <p:nvSpPr>
          <p:cNvPr id="98" name="tensor-index-7">
            <a:extLst xmlns:a="http://schemas.openxmlformats.org/drawingml/2006/main">
              <a:ext uri="{FF2B5EF4-FFF2-40B4-BE49-F238E27FC236}">
                <a16:creationId xmlns:a16="http://schemas.microsoft.com/office/drawing/2014/main" id="{94890541-88DA-4057-A313-915C5BC0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6860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22222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222222"/>
                </a:solidFill>
                <a:latin typeface="Georgia"/>
                <a:ea typeface="Georgia"/>
                <a:cs typeface="Georgia"/>
              </a:rPr>
              <a:t>[7]</a:t>
            </a:r>
          </a:p>
        </p:txBody>
      </p:sp>
      <p:sp>
        <p:nvSpPr>
          <p:cNvPr id="99" name="tensor-8">
            <a:extLst xmlns:a="http://schemas.openxmlformats.org/drawingml/2006/main">
              <a:ext uri="{FF2B5EF4-FFF2-40B4-BE49-F238E27FC236}">
                <a16:creationId xmlns:a16="http://schemas.microsoft.com/office/drawing/2014/main" id="{D4846D67-8A81-45DA-A492-195864931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57625"/>
            <a:ext cx="952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6F6F4"/>
          </a:solidFill>
          <a:ln xmlns:a="http://schemas.openxmlformats.org/drawingml/2006/main" w="41910">
            <a:solidFill>
              <a:srgbClr val="E69F00"/>
            </a:solidFill>
            <a:prstDash val="solid"/>
          </a:ln>
        </p:spPr>
      </p:sp>
      <p:sp>
        <p:nvSpPr>
          <p:cNvPr id="100" name="tensor-A-8">
            <a:extLst xmlns:a="http://schemas.openxmlformats.org/drawingml/2006/main">
              <a:ext uri="{FF2B5EF4-FFF2-40B4-BE49-F238E27FC236}">
                <a16:creationId xmlns:a16="http://schemas.microsoft.com/office/drawing/2014/main" id="{C74A140E-4B52-42BE-A158-57EE37716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39528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2550" b="0" i="1">
                <a:solidFill>
                  <a:srgbClr val="222222"/>
                </a:solidFill>
                <a:latin typeface="Georgia"/>
                <a:ea typeface="Georgia"/>
                <a:cs typeface="Georgia"/>
              </a:defRPr>
            </a:pPr>
            <a:r>
              <a:rPr sz="2550" b="0" i="1">
                <a:solidFill>
                  <a:srgbClr val="222222"/>
                </a:solidFill>
                <a:latin typeface="Georgia"/>
                <a:ea typeface="Georgia"/>
                <a:cs typeface="Georgia"/>
              </a:rPr>
              <a:t>A</a:t>
            </a:r>
          </a:p>
        </p:txBody>
      </p:sp>
      <p:sp>
        <p:nvSpPr>
          <p:cNvPr id="101" name="tensor-index-8">
            <a:extLst xmlns:a="http://schemas.openxmlformats.org/drawingml/2006/main">
              <a:ext uri="{FF2B5EF4-FFF2-40B4-BE49-F238E27FC236}">
                <a16:creationId xmlns:a16="http://schemas.microsoft.com/office/drawing/2014/main" id="{5B61E8C2-E92E-4C6A-A22A-84C9E9A26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9243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22222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222222"/>
                </a:solidFill>
                <a:latin typeface="Georgia"/>
                <a:ea typeface="Georgia"/>
                <a:cs typeface="Georgia"/>
              </a:rPr>
              <a:t>[8]</a:t>
            </a:r>
          </a:p>
        </p:txBody>
      </p:sp>
      <p:sp>
        <p:nvSpPr>
          <p:cNvPr id="102" name="tensor-9">
            <a:extLst xmlns:a="http://schemas.openxmlformats.org/drawingml/2006/main">
              <a:ext uri="{FF2B5EF4-FFF2-40B4-BE49-F238E27FC236}">
                <a16:creationId xmlns:a16="http://schemas.microsoft.com/office/drawing/2014/main" id="{376E108A-26F9-46B5-8A44-B84376671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57625"/>
            <a:ext cx="952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6F6F4"/>
          </a:solidFill>
          <a:ln xmlns:a="http://schemas.openxmlformats.org/drawingml/2006/main" w="24765">
            <a:solidFill>
              <a:srgbClr val="222222"/>
            </a:solidFill>
            <a:prstDash val="solid"/>
          </a:ln>
        </p:spPr>
      </p:sp>
      <p:sp>
        <p:nvSpPr>
          <p:cNvPr id="103" name="tensor-A-9">
            <a:extLst xmlns:a="http://schemas.openxmlformats.org/drawingml/2006/main">
              <a:ext uri="{FF2B5EF4-FFF2-40B4-BE49-F238E27FC236}">
                <a16:creationId xmlns:a16="http://schemas.microsoft.com/office/drawing/2014/main" id="{5F674F55-40D7-4564-9DDB-38CE0C448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9528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2550" b="0" i="1">
                <a:solidFill>
                  <a:srgbClr val="222222"/>
                </a:solidFill>
                <a:latin typeface="Georgia"/>
                <a:ea typeface="Georgia"/>
                <a:cs typeface="Georgia"/>
              </a:defRPr>
            </a:pPr>
            <a:r>
              <a:rPr sz="2550" b="0" i="1">
                <a:solidFill>
                  <a:srgbClr val="222222"/>
                </a:solidFill>
                <a:latin typeface="Georgia"/>
                <a:ea typeface="Georgia"/>
                <a:cs typeface="Georgia"/>
              </a:rPr>
              <a:t>A</a:t>
            </a:r>
          </a:p>
        </p:txBody>
      </p:sp>
      <p:sp>
        <p:nvSpPr>
          <p:cNvPr id="104" name="tensor-index-9">
            <a:extLst xmlns:a="http://schemas.openxmlformats.org/drawingml/2006/main">
              <a:ext uri="{FF2B5EF4-FFF2-40B4-BE49-F238E27FC236}">
                <a16:creationId xmlns:a16="http://schemas.microsoft.com/office/drawing/2014/main" id="{BB2A836C-3862-417B-B113-909013B2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9243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22222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222222"/>
                </a:solidFill>
                <a:latin typeface="Georgia"/>
                <a:ea typeface="Georgia"/>
                <a:cs typeface="Georgia"/>
              </a:rPr>
              <a:t>[9]</a:t>
            </a:r>
          </a:p>
        </p:txBody>
      </p:sp>
      <p:sp>
        <p:nvSpPr>
          <p:cNvPr id="105" name="tensor-10">
            <a:extLst xmlns:a="http://schemas.openxmlformats.org/drawingml/2006/main">
              <a:ext uri="{FF2B5EF4-FFF2-40B4-BE49-F238E27FC236}">
                <a16:creationId xmlns:a16="http://schemas.microsoft.com/office/drawing/2014/main" id="{222CB499-143D-45B4-8441-C7845FBC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857625"/>
            <a:ext cx="952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6F6F4"/>
          </a:solidFill>
          <a:ln xmlns:a="http://schemas.openxmlformats.org/drawingml/2006/main" w="24765">
            <a:solidFill>
              <a:srgbClr val="222222"/>
            </a:solidFill>
            <a:prstDash val="solid"/>
          </a:ln>
        </p:spPr>
      </p:sp>
      <p:sp>
        <p:nvSpPr>
          <p:cNvPr id="106" name="tensor-A-10">
            <a:extLst xmlns:a="http://schemas.openxmlformats.org/drawingml/2006/main">
              <a:ext uri="{FF2B5EF4-FFF2-40B4-BE49-F238E27FC236}">
                <a16:creationId xmlns:a16="http://schemas.microsoft.com/office/drawing/2014/main" id="{4E9A9629-856E-4D4E-B05E-8F398EE1D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9528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2550" b="0" i="1">
                <a:solidFill>
                  <a:srgbClr val="222222"/>
                </a:solidFill>
                <a:latin typeface="Georgia"/>
                <a:ea typeface="Georgia"/>
                <a:cs typeface="Georgia"/>
              </a:defRPr>
            </a:pPr>
            <a:r>
              <a:rPr sz="2550" b="0" i="1">
                <a:solidFill>
                  <a:srgbClr val="222222"/>
                </a:solidFill>
                <a:latin typeface="Georgia"/>
                <a:ea typeface="Georgia"/>
                <a:cs typeface="Georgia"/>
              </a:rPr>
              <a:t>A</a:t>
            </a:r>
          </a:p>
        </p:txBody>
      </p:sp>
      <p:sp>
        <p:nvSpPr>
          <p:cNvPr id="107" name="tensor-index-10">
            <a:extLst xmlns:a="http://schemas.openxmlformats.org/drawingml/2006/main">
              <a:ext uri="{FF2B5EF4-FFF2-40B4-BE49-F238E27FC236}">
                <a16:creationId xmlns:a16="http://schemas.microsoft.com/office/drawing/2014/main" id="{EACD23DF-F74D-46B3-8327-E608906B4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9243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22222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222222"/>
                </a:solidFill>
                <a:latin typeface="Georgia"/>
                <a:ea typeface="Georgia"/>
                <a:cs typeface="Georgia"/>
              </a:rPr>
              <a:t>[10]</a:t>
            </a:r>
          </a:p>
        </p:txBody>
      </p:sp>
      <p:sp>
        <p:nvSpPr>
          <p:cNvPr id="108" name="tensor-11">
            <a:extLst xmlns:a="http://schemas.openxmlformats.org/drawingml/2006/main">
              <a:ext uri="{FF2B5EF4-FFF2-40B4-BE49-F238E27FC236}">
                <a16:creationId xmlns:a16="http://schemas.microsoft.com/office/drawing/2014/main" id="{D92F8183-075E-44D0-9380-BDF8EAA4C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57625"/>
            <a:ext cx="952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6F6F4"/>
          </a:solidFill>
          <a:ln xmlns:a="http://schemas.openxmlformats.org/drawingml/2006/main" w="24765">
            <a:solidFill>
              <a:srgbClr val="222222"/>
            </a:solidFill>
            <a:prstDash val="solid"/>
          </a:ln>
        </p:spPr>
      </p:sp>
      <p:sp>
        <p:nvSpPr>
          <p:cNvPr id="109" name="tensor-A-11">
            <a:extLst xmlns:a="http://schemas.openxmlformats.org/drawingml/2006/main">
              <a:ext uri="{FF2B5EF4-FFF2-40B4-BE49-F238E27FC236}">
                <a16:creationId xmlns:a16="http://schemas.microsoft.com/office/drawing/2014/main" id="{5B62DBFF-7B55-4146-BC17-612C0728E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9528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2550" b="0" i="1">
                <a:solidFill>
                  <a:srgbClr val="222222"/>
                </a:solidFill>
                <a:latin typeface="Georgia"/>
                <a:ea typeface="Georgia"/>
                <a:cs typeface="Georgia"/>
              </a:defRPr>
            </a:pPr>
            <a:r>
              <a:rPr sz="2550" b="0" i="1">
                <a:solidFill>
                  <a:srgbClr val="222222"/>
                </a:solidFill>
                <a:latin typeface="Georgia"/>
                <a:ea typeface="Georgia"/>
                <a:cs typeface="Georgia"/>
              </a:rPr>
              <a:t>A</a:t>
            </a:r>
          </a:p>
        </p:txBody>
      </p:sp>
      <p:sp>
        <p:nvSpPr>
          <p:cNvPr id="110" name="tensor-index-11">
            <a:extLst xmlns:a="http://schemas.openxmlformats.org/drawingml/2006/main">
              <a:ext uri="{FF2B5EF4-FFF2-40B4-BE49-F238E27FC236}">
                <a16:creationId xmlns:a16="http://schemas.microsoft.com/office/drawing/2014/main" id="{4938FB4D-9792-413C-AA52-EE8C24B02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9243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22222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222222"/>
                </a:solidFill>
                <a:latin typeface="Georgia"/>
                <a:ea typeface="Georgia"/>
                <a:cs typeface="Georgia"/>
              </a:rPr>
              <a:t>[11]</a:t>
            </a:r>
          </a:p>
        </p:txBody>
      </p:sp>
      <p:sp>
        <p:nvSpPr>
          <p:cNvPr id="111" name="tensor-12">
            <a:extLst xmlns:a="http://schemas.openxmlformats.org/drawingml/2006/main">
              <a:ext uri="{FF2B5EF4-FFF2-40B4-BE49-F238E27FC236}">
                <a16:creationId xmlns:a16="http://schemas.microsoft.com/office/drawing/2014/main" id="{79DCCBF3-202E-4E65-8047-EF014045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095875"/>
            <a:ext cx="952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6F6F4"/>
          </a:solidFill>
          <a:ln xmlns:a="http://schemas.openxmlformats.org/drawingml/2006/main" w="24765">
            <a:solidFill>
              <a:srgbClr val="222222"/>
            </a:solidFill>
            <a:prstDash val="solid"/>
          </a:ln>
        </p:spPr>
      </p:sp>
      <p:sp>
        <p:nvSpPr>
          <p:cNvPr id="112" name="tensor-A-12">
            <a:extLst xmlns:a="http://schemas.openxmlformats.org/drawingml/2006/main">
              <a:ext uri="{FF2B5EF4-FFF2-40B4-BE49-F238E27FC236}">
                <a16:creationId xmlns:a16="http://schemas.microsoft.com/office/drawing/2014/main" id="{E032E056-2B99-4D0A-BD00-FE72C0CF4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51911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2550" b="0" i="1">
                <a:solidFill>
                  <a:srgbClr val="222222"/>
                </a:solidFill>
                <a:latin typeface="Georgia"/>
                <a:ea typeface="Georgia"/>
                <a:cs typeface="Georgia"/>
              </a:defRPr>
            </a:pPr>
            <a:r>
              <a:rPr sz="2550" b="0" i="1">
                <a:solidFill>
                  <a:srgbClr val="222222"/>
                </a:solidFill>
                <a:latin typeface="Georgia"/>
                <a:ea typeface="Georgia"/>
                <a:cs typeface="Georgia"/>
              </a:rPr>
              <a:t>A</a:t>
            </a:r>
          </a:p>
        </p:txBody>
      </p:sp>
      <p:sp>
        <p:nvSpPr>
          <p:cNvPr id="113" name="tensor-index-12">
            <a:extLst xmlns:a="http://schemas.openxmlformats.org/drawingml/2006/main">
              <a:ext uri="{FF2B5EF4-FFF2-40B4-BE49-F238E27FC236}">
                <a16:creationId xmlns:a16="http://schemas.microsoft.com/office/drawing/2014/main" id="{5C12C826-DE8B-4F66-AD3E-442A7F758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1625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22222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222222"/>
                </a:solidFill>
                <a:latin typeface="Georgia"/>
                <a:ea typeface="Georgia"/>
                <a:cs typeface="Georgia"/>
              </a:rPr>
              <a:t>[12]</a:t>
            </a:r>
          </a:p>
        </p:txBody>
      </p:sp>
      <p:sp>
        <p:nvSpPr>
          <p:cNvPr id="114" name="tensor-13">
            <a:extLst xmlns:a="http://schemas.openxmlformats.org/drawingml/2006/main">
              <a:ext uri="{FF2B5EF4-FFF2-40B4-BE49-F238E27FC236}">
                <a16:creationId xmlns:a16="http://schemas.microsoft.com/office/drawing/2014/main" id="{BB7CF0ED-4D9E-4963-AEA3-297F25FF2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095875"/>
            <a:ext cx="952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6F6F4"/>
          </a:solidFill>
          <a:ln xmlns:a="http://schemas.openxmlformats.org/drawingml/2006/main" w="24765">
            <a:solidFill>
              <a:srgbClr val="222222"/>
            </a:solidFill>
            <a:prstDash val="solid"/>
          </a:ln>
        </p:spPr>
      </p:sp>
      <p:sp>
        <p:nvSpPr>
          <p:cNvPr id="115" name="tensor-A-13">
            <a:extLst xmlns:a="http://schemas.openxmlformats.org/drawingml/2006/main">
              <a:ext uri="{FF2B5EF4-FFF2-40B4-BE49-F238E27FC236}">
                <a16:creationId xmlns:a16="http://schemas.microsoft.com/office/drawing/2014/main" id="{A1B5D44E-C493-4045-AD2C-5A94A6EF4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51911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2550" b="0" i="1">
                <a:solidFill>
                  <a:srgbClr val="222222"/>
                </a:solidFill>
                <a:latin typeface="Georgia"/>
                <a:ea typeface="Georgia"/>
                <a:cs typeface="Georgia"/>
              </a:defRPr>
            </a:pPr>
            <a:r>
              <a:rPr sz="2550" b="0" i="1">
                <a:solidFill>
                  <a:srgbClr val="222222"/>
                </a:solidFill>
                <a:latin typeface="Georgia"/>
                <a:ea typeface="Georgia"/>
                <a:cs typeface="Georgia"/>
              </a:rPr>
              <a:t>A</a:t>
            </a:r>
          </a:p>
        </p:txBody>
      </p:sp>
      <p:sp>
        <p:nvSpPr>
          <p:cNvPr id="116" name="tensor-index-13">
            <a:extLst xmlns:a="http://schemas.openxmlformats.org/drawingml/2006/main">
              <a:ext uri="{FF2B5EF4-FFF2-40B4-BE49-F238E27FC236}">
                <a16:creationId xmlns:a16="http://schemas.microsoft.com/office/drawing/2014/main" id="{602043E6-8ABE-46CD-9070-B30DB4B55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1625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22222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222222"/>
                </a:solidFill>
                <a:latin typeface="Georgia"/>
                <a:ea typeface="Georgia"/>
                <a:cs typeface="Georgia"/>
              </a:rPr>
              <a:t>[13]</a:t>
            </a:r>
          </a:p>
        </p:txBody>
      </p:sp>
      <p:sp>
        <p:nvSpPr>
          <p:cNvPr id="117" name="tensor-14">
            <a:extLst xmlns:a="http://schemas.openxmlformats.org/drawingml/2006/main">
              <a:ext uri="{FF2B5EF4-FFF2-40B4-BE49-F238E27FC236}">
                <a16:creationId xmlns:a16="http://schemas.microsoft.com/office/drawing/2014/main" id="{E61AEFD5-E73A-4147-BA1E-7E8052F12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95875"/>
            <a:ext cx="952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6F6F4"/>
          </a:solidFill>
          <a:ln xmlns:a="http://schemas.openxmlformats.org/drawingml/2006/main" w="24765">
            <a:solidFill>
              <a:srgbClr val="222222"/>
            </a:solidFill>
            <a:prstDash val="solid"/>
          </a:ln>
        </p:spPr>
      </p:sp>
      <p:sp>
        <p:nvSpPr>
          <p:cNvPr id="118" name="tensor-A-14">
            <a:extLst xmlns:a="http://schemas.openxmlformats.org/drawingml/2006/main">
              <a:ext uri="{FF2B5EF4-FFF2-40B4-BE49-F238E27FC236}">
                <a16:creationId xmlns:a16="http://schemas.microsoft.com/office/drawing/2014/main" id="{987015DF-F412-4DF3-9839-42D835A9C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1911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2550" b="0" i="1">
                <a:solidFill>
                  <a:srgbClr val="222222"/>
                </a:solidFill>
                <a:latin typeface="Georgia"/>
                <a:ea typeface="Georgia"/>
                <a:cs typeface="Georgia"/>
              </a:defRPr>
            </a:pPr>
            <a:r>
              <a:rPr sz="2550" b="0" i="1">
                <a:solidFill>
                  <a:srgbClr val="222222"/>
                </a:solidFill>
                <a:latin typeface="Georgia"/>
                <a:ea typeface="Georgia"/>
                <a:cs typeface="Georgia"/>
              </a:rPr>
              <a:t>A</a:t>
            </a:r>
          </a:p>
        </p:txBody>
      </p:sp>
      <p:sp>
        <p:nvSpPr>
          <p:cNvPr id="119" name="tensor-index-14">
            <a:extLst xmlns:a="http://schemas.openxmlformats.org/drawingml/2006/main">
              <a:ext uri="{FF2B5EF4-FFF2-40B4-BE49-F238E27FC236}">
                <a16:creationId xmlns:a16="http://schemas.microsoft.com/office/drawing/2014/main" id="{6155D323-C4D2-43E5-9A66-90EDE3612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1625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22222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222222"/>
                </a:solidFill>
                <a:latin typeface="Georgia"/>
                <a:ea typeface="Georgia"/>
                <a:cs typeface="Georgia"/>
              </a:rPr>
              <a:t>[14]</a:t>
            </a:r>
          </a:p>
        </p:txBody>
      </p:sp>
      <p:sp>
        <p:nvSpPr>
          <p:cNvPr id="120" name="tensor-15">
            <a:extLst xmlns:a="http://schemas.openxmlformats.org/drawingml/2006/main">
              <a:ext uri="{FF2B5EF4-FFF2-40B4-BE49-F238E27FC236}">
                <a16:creationId xmlns:a16="http://schemas.microsoft.com/office/drawing/2014/main" id="{D8B7708B-A3B6-40A4-98F6-8F0D1F99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52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6F6F4"/>
          </a:solidFill>
          <a:ln xmlns:a="http://schemas.openxmlformats.org/drawingml/2006/main" w="24765">
            <a:solidFill>
              <a:srgbClr val="222222"/>
            </a:solidFill>
            <a:prstDash val="solid"/>
          </a:ln>
        </p:spPr>
      </p:sp>
      <p:sp>
        <p:nvSpPr>
          <p:cNvPr id="121" name="tensor-A-15">
            <a:extLst xmlns:a="http://schemas.openxmlformats.org/drawingml/2006/main">
              <a:ext uri="{FF2B5EF4-FFF2-40B4-BE49-F238E27FC236}">
                <a16:creationId xmlns:a16="http://schemas.microsoft.com/office/drawing/2014/main" id="{B44CDAC2-DAAB-4939-B037-46CDAD301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51911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2550" b="0" i="1">
                <a:solidFill>
                  <a:srgbClr val="222222"/>
                </a:solidFill>
                <a:latin typeface="Georgia"/>
                <a:ea typeface="Georgia"/>
                <a:cs typeface="Georgia"/>
              </a:defRPr>
            </a:pPr>
            <a:r>
              <a:rPr sz="2550" b="0" i="1">
                <a:solidFill>
                  <a:srgbClr val="222222"/>
                </a:solidFill>
                <a:latin typeface="Georgia"/>
                <a:ea typeface="Georgia"/>
                <a:cs typeface="Georgia"/>
              </a:rPr>
              <a:t>A</a:t>
            </a:r>
          </a:p>
        </p:txBody>
      </p:sp>
      <p:sp>
        <p:nvSpPr>
          <p:cNvPr id="122" name="tensor-index-15">
            <a:extLst xmlns:a="http://schemas.openxmlformats.org/drawingml/2006/main">
              <a:ext uri="{FF2B5EF4-FFF2-40B4-BE49-F238E27FC236}">
                <a16:creationId xmlns:a16="http://schemas.microsoft.com/office/drawing/2014/main" id="{5709B200-17B5-4791-A10E-BD821CC8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1625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22222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222222"/>
                </a:solidFill>
                <a:latin typeface="Georgia"/>
                <a:ea typeface="Georgia"/>
                <a:cs typeface="Georgia"/>
              </a:rPr>
              <a:t>[15]</a:t>
            </a:r>
          </a:p>
        </p:txBody>
      </p:sp>
      <p:sp>
        <p:nvSpPr>
          <p:cNvPr id="123" name="frontier-tie-index-0">
            <a:extLst xmlns:a="http://schemas.openxmlformats.org/drawingml/2006/main">
              <a:ext uri="{FF2B5EF4-FFF2-40B4-BE49-F238E27FC236}">
                <a16:creationId xmlns:a16="http://schemas.microsoft.com/office/drawing/2014/main" id="{E91AF26A-3925-44C8-9EBD-C6498A78B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385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6670">
            <a:solidFill>
              <a:srgbClr val="D55E00"/>
            </a:solidFill>
            <a:prstDash val="solid"/>
          </a:ln>
        </p:spPr>
      </p:sp>
      <p:sp>
        <p:nvSpPr>
          <p:cNvPr id="124" name="frontier-tie-index-1">
            <a:extLst xmlns:a="http://schemas.openxmlformats.org/drawingml/2006/main">
              <a:ext uri="{FF2B5EF4-FFF2-40B4-BE49-F238E27FC236}">
                <a16:creationId xmlns:a16="http://schemas.microsoft.com/office/drawing/2014/main" id="{B7A8F840-8026-4EB5-950A-4F7A2C6C4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4385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6670">
            <a:solidFill>
              <a:srgbClr val="D55E00"/>
            </a:solidFill>
            <a:prstDash val="solid"/>
          </a:ln>
        </p:spPr>
      </p:sp>
      <p:sp>
        <p:nvSpPr>
          <p:cNvPr id="125" name="frontier-tie-index-2">
            <a:extLst xmlns:a="http://schemas.openxmlformats.org/drawingml/2006/main">
              <a:ext uri="{FF2B5EF4-FFF2-40B4-BE49-F238E27FC236}">
                <a16:creationId xmlns:a16="http://schemas.microsoft.com/office/drawing/2014/main" id="{410599FD-0DAA-4CAE-91C6-7AE9F0CC5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385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6670">
            <a:solidFill>
              <a:srgbClr val="D55E00"/>
            </a:solidFill>
            <a:prstDash val="solid"/>
          </a:ln>
        </p:spPr>
      </p:sp>
      <p:sp>
        <p:nvSpPr>
          <p:cNvPr id="126" name="frontier-tie-index-3">
            <a:extLst xmlns:a="http://schemas.openxmlformats.org/drawingml/2006/main">
              <a:ext uri="{FF2B5EF4-FFF2-40B4-BE49-F238E27FC236}">
                <a16:creationId xmlns:a16="http://schemas.microsoft.com/office/drawing/2014/main" id="{D841A689-D10C-4955-94A9-27D864FB4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385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6670">
            <a:solidFill>
              <a:srgbClr val="D55E00"/>
            </a:solidFill>
            <a:prstDash val="solid"/>
          </a:ln>
        </p:spPr>
      </p:sp>
      <p:sp>
        <p:nvSpPr>
          <p:cNvPr id="127" name="frontier-backbone-index">
            <a:extLst xmlns:a="http://schemas.openxmlformats.org/drawingml/2006/main">
              <a:ext uri="{FF2B5EF4-FFF2-40B4-BE49-F238E27FC236}">
                <a16:creationId xmlns:a16="http://schemas.microsoft.com/office/drawing/2014/main" id="{9EAAFAC0-5507-45B0-AA85-0E3A10A0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438525"/>
            <a:ext cx="171450" cy="1714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6670">
            <a:solidFill>
              <a:srgbClr val="D55E00"/>
            </a:solidFill>
            <a:prstDash val="solid"/>
          </a:ln>
        </p:spPr>
      </p:sp>
      <p:sp>
        <p:nvSpPr>
          <p:cNvPr id="128" name="sweep-arrow">
            <a:extLst xmlns:a="http://schemas.openxmlformats.org/drawingml/2006/main">
              <a:ext uri="{FF2B5EF4-FFF2-40B4-BE49-F238E27FC236}">
                <a16:creationId xmlns:a16="http://schemas.microsoft.com/office/drawing/2014/main" id="{C3C699C7-8E6E-4143-8ED1-072E3474D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219450"/>
            <a:ext cx="0" cy="609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6670">
            <a:solidFill>
              <a:srgbClr val="D55E00"/>
            </a:solidFill>
            <a:prstDash val="solid"/>
          </a:ln>
        </p:spPr>
      </p:sp>
      <p:sp>
        <p:nvSpPr>
          <p:cNvPr id="129" name="sweep-arrow-head">
            <a:extLst xmlns:a="http://schemas.openxmlformats.org/drawingml/2006/main">
              <a:ext uri="{FF2B5EF4-FFF2-40B4-BE49-F238E27FC236}">
                <a16:creationId xmlns:a16="http://schemas.microsoft.com/office/drawing/2014/main" id="{5EA27B9F-D523-4AF8-9E17-434B1C033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733800"/>
            <a:ext cx="152400" cy="190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9525">
            <a:solidFill>
              <a:srgbClr val="D55E00"/>
            </a:solidFill>
            <a:prstDash val="solid"/>
          </a:ln>
        </p:spPr>
      </p:sp>
      <p:sp>
        <p:nvSpPr>
          <p:cNvPr id="130" name="contracted-label">
            <a:extLst xmlns:a="http://schemas.openxmlformats.org/drawingml/2006/main">
              <a:ext uri="{FF2B5EF4-FFF2-40B4-BE49-F238E27FC236}">
                <a16:creationId xmlns:a16="http://schemas.microsoft.com/office/drawing/2014/main" id="{06762108-21EF-49EE-8F9B-5E1322329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304800" y="2143125"/>
            <a:ext cx="1257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6B7280"/>
                </a:solidFill>
                <a:latin typeface="Aptos"/>
                <a:ea typeface="Aptos"/>
                <a:cs typeface="Aptos"/>
              </a:rPr>
              <a:t>contracted</a:t>
            </a:r>
          </a:p>
        </p:txBody>
      </p:sp>
      <p:sp>
        <p:nvSpPr>
          <p:cNvPr id="131" name="remaining-label">
            <a:extLst xmlns:a="http://schemas.openxmlformats.org/drawingml/2006/main">
              <a:ext uri="{FF2B5EF4-FFF2-40B4-BE49-F238E27FC236}">
                <a16:creationId xmlns:a16="http://schemas.microsoft.com/office/drawing/2014/main" id="{D056E561-BF84-437B-B877-E8F1A4607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304800" y="4476750"/>
            <a:ext cx="1257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6B7280"/>
                </a:solidFill>
                <a:latin typeface="Aptos"/>
                <a:ea typeface="Aptos"/>
                <a:cs typeface="Aptos"/>
              </a:rPr>
              <a:t>remaining</a:t>
            </a:r>
          </a:p>
        </p:txBody>
      </p:sp>
      <p:sp>
        <p:nvSpPr>
          <p:cNvPr id="132" name="frontier-label">
            <a:extLst xmlns:a="http://schemas.openxmlformats.org/drawingml/2006/main">
              <a:ext uri="{FF2B5EF4-FFF2-40B4-BE49-F238E27FC236}">
                <a16:creationId xmlns:a16="http://schemas.microsoft.com/office/drawing/2014/main" id="{89BF1F6C-8A9E-4FB9-AC9E-6C1CFF87C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362325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D55E00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D55E00"/>
                </a:solidFill>
                <a:latin typeface="Aptos"/>
                <a:ea typeface="Aptos"/>
                <a:cs typeface="Aptos"/>
              </a:rPr>
              <a:t>frontier</a:t>
            </a:r>
          </a:p>
        </p:txBody>
      </p:sp>
      <p:sp>
        <p:nvSpPr>
          <p:cNvPr id="133" name="legend-backbone-line">
            <a:extLst xmlns:a="http://schemas.openxmlformats.org/drawingml/2006/main">
              <a:ext uri="{FF2B5EF4-FFF2-40B4-BE49-F238E27FC236}">
                <a16:creationId xmlns:a16="http://schemas.microsoft.com/office/drawing/2014/main" id="{8D3B28D5-0319-4298-A638-EF7C5E5EE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467475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222222"/>
            </a:solidFill>
            <a:prstDash val="solid"/>
          </a:ln>
        </p:spPr>
      </p:sp>
      <p:sp>
        <p:nvSpPr>
          <p:cNvPr id="134" name="legend-backbone">
            <a:extLst xmlns:a="http://schemas.openxmlformats.org/drawingml/2006/main">
              <a:ext uri="{FF2B5EF4-FFF2-40B4-BE49-F238E27FC236}">
                <a16:creationId xmlns:a16="http://schemas.microsoft.com/office/drawing/2014/main" id="{7AB30016-1EE0-4189-B805-1E808C4EF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3246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222222"/>
                </a:solidFill>
                <a:latin typeface="Aptos"/>
                <a:ea typeface="Aptos"/>
                <a:cs typeface="Aptos"/>
              </a:rPr>
              <a:t>backbone</a:t>
            </a:r>
          </a:p>
        </p:txBody>
      </p:sp>
      <p:sp>
        <p:nvSpPr>
          <p:cNvPr id="135" name="legend-tie-line">
            <a:extLst xmlns:a="http://schemas.openxmlformats.org/drawingml/2006/main">
              <a:ext uri="{FF2B5EF4-FFF2-40B4-BE49-F238E27FC236}">
                <a16:creationId xmlns:a16="http://schemas.microsoft.com/office/drawing/2014/main" id="{151658FF-B35D-4ADA-88D3-C2CEF6024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6467475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0072B2"/>
            </a:solidFill>
            <a:prstDash val="dash"/>
          </a:ln>
        </p:spPr>
      </p:sp>
      <p:sp>
        <p:nvSpPr>
          <p:cNvPr id="136" name="legend-tie">
            <a:extLst xmlns:a="http://schemas.openxmlformats.org/drawingml/2006/main">
              <a:ext uri="{FF2B5EF4-FFF2-40B4-BE49-F238E27FC236}">
                <a16:creationId xmlns:a16="http://schemas.microsoft.com/office/drawing/2014/main" id="{5A5D3F68-19ED-43CD-AA66-F919B4696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3246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222222"/>
                </a:solidFill>
                <a:latin typeface="Aptos"/>
                <a:ea typeface="Aptos"/>
                <a:cs typeface="Aptos"/>
              </a:rPr>
              <a:t>tied J₁ bond</a:t>
            </a:r>
          </a:p>
        </p:txBody>
      </p:sp>
      <p:sp>
        <p:nvSpPr>
          <p:cNvPr id="137" name="legend-frontier-index">
            <a:extLst xmlns:a="http://schemas.openxmlformats.org/drawingml/2006/main">
              <a:ext uri="{FF2B5EF4-FFF2-40B4-BE49-F238E27FC236}">
                <a16:creationId xmlns:a16="http://schemas.microsoft.com/office/drawing/2014/main" id="{7EAED04B-213A-4FE7-A077-EC96A680F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6391275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4765">
            <a:solidFill>
              <a:srgbClr val="D55E00"/>
            </a:solidFill>
            <a:prstDash val="solid"/>
          </a:ln>
        </p:spPr>
      </p:sp>
      <p:sp>
        <p:nvSpPr>
          <p:cNvPr id="138" name="legend-frontier">
            <a:extLst xmlns:a="http://schemas.openxmlformats.org/drawingml/2006/main">
              <a:ext uri="{FF2B5EF4-FFF2-40B4-BE49-F238E27FC236}">
                <a16:creationId xmlns:a16="http://schemas.microsoft.com/office/drawing/2014/main" id="{8ECD8124-409A-4A11-8FE1-FEAFE74D2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3246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222222"/>
                </a:solidFill>
                <a:latin typeface="Aptos"/>
                <a:ea typeface="Aptos"/>
                <a:cs typeface="Aptos"/>
              </a:rPr>
              <a:t>open frontier index</a:t>
            </a:r>
          </a:p>
        </p:txBody>
      </p:sp>
      <p:sp>
        <p:nvSpPr>
          <p:cNvPr id="139" name="legend-physical-line">
            <a:extLst xmlns:a="http://schemas.openxmlformats.org/drawingml/2006/main">
              <a:ext uri="{FF2B5EF4-FFF2-40B4-BE49-F238E27FC236}">
                <a16:creationId xmlns:a16="http://schemas.microsoft.com/office/drawing/2014/main" id="{319E509D-A84E-4FE9-8BC3-140EBFF11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6467475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B7280"/>
            </a:solidFill>
            <a:prstDash val="solid"/>
          </a:ln>
        </p:spPr>
      </p:sp>
      <p:sp>
        <p:nvSpPr>
          <p:cNvPr id="140" name="legend-physical-index">
            <a:extLst xmlns:a="http://schemas.openxmlformats.org/drawingml/2006/main">
              <a:ext uri="{FF2B5EF4-FFF2-40B4-BE49-F238E27FC236}">
                <a16:creationId xmlns:a16="http://schemas.microsoft.com/office/drawing/2014/main" id="{08E87C84-C792-4E84-9185-9868F66E9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6400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6B7280"/>
            </a:solidFill>
            <a:prstDash val="solid"/>
          </a:ln>
        </p:spPr>
      </p:sp>
      <p:sp>
        <p:nvSpPr>
          <p:cNvPr id="141" name="legend-physical">
            <a:extLst xmlns:a="http://schemas.openxmlformats.org/drawingml/2006/main">
              <a:ext uri="{FF2B5EF4-FFF2-40B4-BE49-F238E27FC236}">
                <a16:creationId xmlns:a16="http://schemas.microsoft.com/office/drawing/2014/main" id="{BD324F2D-EE8C-49C7-81C3-B5543B1C8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63246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222222"/>
                </a:solidFill>
                <a:latin typeface="Aptos"/>
                <a:ea typeface="Aptos"/>
                <a:cs typeface="Aptos"/>
              </a:rPr>
              <a:t>physical leg</a:t>
            </a:r>
          </a:p>
        </p:txBody>
      </p:sp>
    </p:spTree>
    <p:extLst>
      <p:ext uri="{BB962C8B-B14F-4D97-AF65-F5344CB8AC3E}">
        <p14:creationId xmlns:p14="http://schemas.microsoft.com/office/powerpoint/2010/main" val="6874321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2026-07-26T03:18:57.3120000Z</dcterms:created>
  <dcterms:modified xsi:type="dcterms:W3CDTF">2026-07-26T03:18:57.3120000Z</dcterms:modified>
</coreProperties>
</file>